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8" r:id="rId4"/>
    <p:sldId id="259" r:id="rId6"/>
    <p:sldId id="260" r:id="rId7"/>
    <p:sldId id="261" r:id="rId8"/>
    <p:sldId id="262" r:id="rId9"/>
    <p:sldId id="265" r:id="rId10"/>
    <p:sldId id="263" r:id="rId11"/>
    <p:sldId id="264" r:id="rId12"/>
    <p:sldId id="266" r:id="rId13"/>
    <p:sldId id="268" r:id="rId14"/>
    <p:sldId id="267" r:id="rId15"/>
    <p:sldId id="269" r:id="rId16"/>
    <p:sldId id="270" r:id="rId17"/>
    <p:sldId id="272" r:id="rId18"/>
    <p:sldId id="27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E651EC3-497E-46DB-9A2C-57AEF7E5A35F}" styleName="WPS表格样式-强调标题">
    <a:wholeTbl>
      <a:tcTxStyle>
        <a:fontRef idx="none">
          <a:prstClr val="black"/>
        </a:fontRef>
        <a:schemeClr val="tx1">
          <a:lumMod val="85000"/>
          <a:lumOff val="15000"/>
        </a:schemeClr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fontRef idx="none">
          <a:prstClr val="black"/>
        </a:fontRef>
      </a:tcTxStyle>
      <a:tcStyle>
        <a:tcBdr/>
        <a:fill>
          <a:solidFill>
            <a:schemeClr val="accent1">
              <a:alpha val="20000"/>
              <a:lumMod val="40000"/>
              <a:lumOff val="60000"/>
            </a:schemeClr>
          </a:solidFill>
        </a:fill>
      </a:tcStyle>
    </a:band1H>
    <a:band2H>
      <a:tcTxStyle>
        <a:fontRef idx="none">
          <a:prstClr val="black"/>
        </a:fontRef>
      </a:tcTxStyle>
      <a:tcStyle>
        <a:tcBdr/>
      </a:tcStyle>
    </a:band2H>
    <a:band1V>
      <a:tcTxStyle>
        <a:fontRef idx="none">
          <a:prstClr val="black"/>
        </a:fontRef>
      </a:tcTxStyle>
      <a:tcStyle>
        <a:tcBdr/>
        <a:fill>
          <a:solidFill>
            <a:schemeClr val="accent1">
              <a:alpha val="20000"/>
              <a:lumMod val="40000"/>
              <a:lumOff val="60000"/>
            </a:schemeClr>
          </a:solidFill>
        </a:fill>
      </a:tcStyle>
    </a:band1V>
    <a:band2V>
      <a:tcTxStyle>
        <a:fontRef idx="none">
          <a:prstClr val="black"/>
        </a:fontRef>
      </a:tcTxStyle>
      <a:tcStyle>
        <a:tcBdr/>
      </a:tcStyle>
    </a:band2V>
    <a:lastRow>
      <a:tcTxStyle b="on">
        <a:fontRef idx="none">
          <a:prstClr val="black"/>
        </a:fontRef>
        <a:schemeClr val="accent1"/>
      </a:tcTxStyle>
      <a:tcStyle>
        <a:tcBdr>
          <a:top>
            <a:ln w="12700" cmpd="sng">
              <a:solidFill>
                <a:schemeClr val="accent1"/>
              </a:solidFill>
            </a:ln>
          </a:top>
        </a:tcBdr>
      </a:tcStyle>
    </a:lastRow>
    <a:firstRow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aaa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7" Type="http://schemas.openxmlformats.org/officeDocument/2006/relationships/image" Target="../media/image3.svg"/><Relationship Id="rId16" Type="http://schemas.openxmlformats.org/officeDocument/2006/relationships/image" Target="../media/image2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4.jpe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image" Target="../media/image6.png"/><Relationship Id="rId4" Type="http://schemas.openxmlformats.org/officeDocument/2006/relationships/tags" Target="../tags/tag29.xml"/><Relationship Id="rId3" Type="http://schemas.openxmlformats.org/officeDocument/2006/relationships/image" Target="../media/image5.jpeg"/><Relationship Id="rId2" Type="http://schemas.openxmlformats.org/officeDocument/2006/relationships/tags" Target="../tags/tag28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7.jpeg"/><Relationship Id="rId2" Type="http://schemas.openxmlformats.org/officeDocument/2006/relationships/tags" Target="../tags/tag69.xml"/><Relationship Id="rId17" Type="http://schemas.openxmlformats.org/officeDocument/2006/relationships/image" Target="../media/image8.svg"/><Relationship Id="rId16" Type="http://schemas.openxmlformats.org/officeDocument/2006/relationships/image" Target="../media/image2.png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image" Target="../media/image1.jpeg"/><Relationship Id="rId2" Type="http://schemas.openxmlformats.org/officeDocument/2006/relationships/tags" Target="../tags/tag91.xml"/><Relationship Id="rId17" Type="http://schemas.openxmlformats.org/officeDocument/2006/relationships/image" Target="../media/image10.svg"/><Relationship Id="rId16" Type="http://schemas.openxmlformats.org/officeDocument/2006/relationships/image" Target="../media/image9.png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image" Target="../media/image4.jpeg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image" Target="../media/image6.png"/><Relationship Id="rId4" Type="http://schemas.openxmlformats.org/officeDocument/2006/relationships/tags" Target="../tags/tag119.xml"/><Relationship Id="rId3" Type="http://schemas.openxmlformats.org/officeDocument/2006/relationships/image" Target="../media/image5.jpeg"/><Relationship Id="rId2" Type="http://schemas.openxmlformats.org/officeDocument/2006/relationships/tags" Target="../tags/tag118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image" Target="../media/image7.jpeg"/><Relationship Id="rId2" Type="http://schemas.openxmlformats.org/officeDocument/2006/relationships/tags" Target="../tags/tag159.xml"/><Relationship Id="rId17" Type="http://schemas.openxmlformats.org/officeDocument/2006/relationships/image" Target="../media/image11.svg"/><Relationship Id="rId16" Type="http://schemas.openxmlformats.org/officeDocument/2006/relationships/image" Target="../media/image9.png"/><Relationship Id="rId15" Type="http://schemas.openxmlformats.org/officeDocument/2006/relationships/tags" Target="../tags/tag171.xml"/><Relationship Id="rId14" Type="http://schemas.openxmlformats.org/officeDocument/2006/relationships/tags" Target="../tags/tag170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>
            <a:off x="15240" y="0"/>
            <a:ext cx="12176760" cy="6840220"/>
          </a:xfrm>
          <a:prstGeom prst="rect">
            <a:avLst/>
          </a:prstGeom>
        </p:spPr>
      </p:pic>
      <p:sp>
        <p:nvSpPr>
          <p:cNvPr id="40" name="矩形 39"/>
          <p:cNvSpPr/>
          <p:nvPr userDrawn="1">
            <p:custDataLst>
              <p:tags r:id="rId4"/>
            </p:custDataLst>
          </p:nvPr>
        </p:nvSpPr>
        <p:spPr>
          <a:xfrm>
            <a:off x="15240" y="0"/>
            <a:ext cx="7313295" cy="6858000"/>
          </a:xfrm>
          <a:prstGeom prst="rect">
            <a:avLst/>
          </a:prstGeom>
          <a:gradFill>
            <a:gsLst>
              <a:gs pos="0">
                <a:srgbClr val="051321"/>
              </a:gs>
              <a:gs pos="100000">
                <a:srgbClr val="0513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 45"/>
          <p:cNvSpPr/>
          <p:nvPr userDrawn="1">
            <p:custDataLst>
              <p:tags r:id="rId5"/>
            </p:custDataLst>
          </p:nvPr>
        </p:nvSpPr>
        <p:spPr>
          <a:xfrm>
            <a:off x="838200" y="1369060"/>
            <a:ext cx="1044000" cy="72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6"/>
            </p:custDataLst>
          </p:nvPr>
        </p:nvSpPr>
        <p:spPr>
          <a:xfrm>
            <a:off x="-635" y="5415280"/>
            <a:ext cx="12192635" cy="1442720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642620" y="5114925"/>
            <a:ext cx="1036955" cy="307975"/>
          </a:xfrm>
          <a:custGeom>
            <a:avLst/>
            <a:gdLst>
              <a:gd name="connsiteX0" fmla="*/ 6104525 w 12192000"/>
              <a:gd name="connsiteY0" fmla="*/ 0 h 1862910"/>
              <a:gd name="connsiteX1" fmla="*/ 6405516 w 12192000"/>
              <a:gd name="connsiteY1" fmla="*/ 157480 h 1862910"/>
              <a:gd name="connsiteX2" fmla="*/ 6801756 w 12192000"/>
              <a:gd name="connsiteY2" fmla="*/ 358140 h 1862910"/>
              <a:gd name="connsiteX3" fmla="*/ 7877871 w 12192000"/>
              <a:gd name="connsiteY3" fmla="*/ 358140 h 1862910"/>
              <a:gd name="connsiteX4" fmla="*/ 12192000 w 12192000"/>
              <a:gd name="connsiteY4" fmla="*/ 358140 h 1862910"/>
              <a:gd name="connsiteX5" fmla="*/ 12192000 w 12192000"/>
              <a:gd name="connsiteY5" fmla="*/ 1862910 h 1862910"/>
              <a:gd name="connsiteX6" fmla="*/ 0 w 12192000"/>
              <a:gd name="connsiteY6" fmla="*/ 1862910 h 1862910"/>
              <a:gd name="connsiteX7" fmla="*/ 0 w 12192000"/>
              <a:gd name="connsiteY7" fmla="*/ 358140 h 1862910"/>
              <a:gd name="connsiteX8" fmla="*/ 2547257 w 12192000"/>
              <a:gd name="connsiteY8" fmla="*/ 358140 h 1862910"/>
              <a:gd name="connsiteX9" fmla="*/ 5407296 w 12192000"/>
              <a:gd name="connsiteY9" fmla="*/ 358140 h 1862910"/>
              <a:gd name="connsiteX10" fmla="*/ 5803536 w 12192000"/>
              <a:gd name="connsiteY10" fmla="*/ 157480 h 1862910"/>
              <a:gd name="connsiteX11" fmla="*/ 6104525 w 12192000"/>
              <a:gd name="connsiteY11" fmla="*/ 0 h 1862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45" h="786">
                <a:moveTo>
                  <a:pt x="1323" y="0"/>
                </a:moveTo>
                <a:cubicBezTo>
                  <a:pt x="1608" y="0"/>
                  <a:pt x="1860" y="142"/>
                  <a:pt x="2011" y="360"/>
                </a:cubicBezTo>
                <a:cubicBezTo>
                  <a:pt x="2157" y="570"/>
                  <a:pt x="2374" y="715"/>
                  <a:pt x="2619" y="779"/>
                </a:cubicBezTo>
                <a:lnTo>
                  <a:pt x="2645" y="786"/>
                </a:lnTo>
                <a:lnTo>
                  <a:pt x="0" y="786"/>
                </a:lnTo>
                <a:lnTo>
                  <a:pt x="26" y="779"/>
                </a:lnTo>
                <a:cubicBezTo>
                  <a:pt x="270" y="715"/>
                  <a:pt x="488" y="570"/>
                  <a:pt x="636" y="360"/>
                </a:cubicBezTo>
                <a:cubicBezTo>
                  <a:pt x="787" y="142"/>
                  <a:pt x="1039" y="0"/>
                  <a:pt x="13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椭圆 8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976630" y="5263515"/>
            <a:ext cx="354330" cy="35433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2700000" algn="tl" rotWithShape="0">
              <a:srgbClr val="08080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rot="10800000">
            <a:off x="1105535" y="5407660"/>
            <a:ext cx="96520" cy="6604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0"/>
            </p:custDataLst>
          </p:nvPr>
        </p:nvSpPr>
        <p:spPr>
          <a:xfrm>
            <a:off x="838200" y="1528445"/>
            <a:ext cx="5570220" cy="1994535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60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838200" y="3618230"/>
            <a:ext cx="5570220" cy="496570"/>
          </a:xfrm>
        </p:spPr>
        <p:txBody>
          <a:bodyPr wrap="square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形 28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 cstate="print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r="5736"/>
          <a:stretch>
            <a:fillRect/>
          </a:stretch>
        </p:blipFill>
        <p:spPr>
          <a:xfrm flipV="1">
            <a:off x="7235190" y="5837555"/>
            <a:ext cx="4956810" cy="6184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806" h="974">
                <a:moveTo>
                  <a:pt x="0" y="0"/>
                </a:moveTo>
                <a:lnTo>
                  <a:pt x="7806" y="0"/>
                </a:lnTo>
                <a:lnTo>
                  <a:pt x="7806" y="974"/>
                </a:lnTo>
                <a:lnTo>
                  <a:pt x="0" y="97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47AEF1"/>
              </a:gs>
            </a:gsLst>
            <a:lin ang="2580000" scaled="0"/>
          </a:gradFill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12700"/>
            <a:ext cx="12191365" cy="68453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email">
            <a:alphaModFix amt="24000"/>
            <a:lum bright="24000" contrast="66000"/>
          </a:blip>
          <a:srcRect/>
          <a:stretch>
            <a:fillRect/>
          </a:stretch>
        </p:blipFill>
        <p:spPr>
          <a:xfrm rot="10800000">
            <a:off x="-7620" y="-6350"/>
            <a:ext cx="12190730" cy="6857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0" name="任意多边形 39"/>
          <p:cNvSpPr/>
          <p:nvPr userDrawn="1">
            <p:custDataLst>
              <p:tags r:id="rId5"/>
            </p:custDataLst>
          </p:nvPr>
        </p:nvSpPr>
        <p:spPr>
          <a:xfrm>
            <a:off x="-635" y="-5715"/>
            <a:ext cx="12192635" cy="68567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71">
                <a:moveTo>
                  <a:pt x="0" y="0"/>
                </a:moveTo>
                <a:lnTo>
                  <a:pt x="19200" y="0"/>
                </a:lnTo>
                <a:lnTo>
                  <a:pt x="19200" y="10871"/>
                </a:lnTo>
                <a:lnTo>
                  <a:pt x="0" y="108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8000">
                <a:srgbClr val="051321"/>
              </a:gs>
              <a:gs pos="100000">
                <a:srgbClr val="0513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 35"/>
          <p:cNvSpPr/>
          <p:nvPr userDrawn="1">
            <p:custDataLst>
              <p:tags r:id="rId6"/>
            </p:custDataLst>
          </p:nvPr>
        </p:nvSpPr>
        <p:spPr>
          <a:xfrm>
            <a:off x="851535" y="1682750"/>
            <a:ext cx="1044000" cy="72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noFill/>
              <a:latin typeface="+mn-ea"/>
              <a:sym typeface="MiSans Normal" panose="00000500000000000000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7"/>
            </p:custDataLst>
          </p:nvPr>
        </p:nvSpPr>
        <p:spPr>
          <a:xfrm>
            <a:off x="-635" y="6077585"/>
            <a:ext cx="12192635" cy="779780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757238" y="565200"/>
            <a:ext cx="2880000" cy="1081088"/>
          </a:xfrm>
        </p:spPr>
        <p:txBody>
          <a:bodyPr wrap="square"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6" name="图片 35" descr="图片2123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email"/>
          <a:srcRect/>
          <a:stretch>
            <a:fillRect/>
          </a:stretch>
        </p:blipFill>
        <p:spPr>
          <a:xfrm>
            <a:off x="1133475" y="1634490"/>
            <a:ext cx="10117455" cy="37699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218" h="7254">
                <a:moveTo>
                  <a:pt x="0" y="0"/>
                </a:moveTo>
                <a:lnTo>
                  <a:pt x="16218" y="0"/>
                </a:lnTo>
                <a:lnTo>
                  <a:pt x="16218" y="7254"/>
                </a:lnTo>
                <a:lnTo>
                  <a:pt x="0" y="725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7" name="矩形 36"/>
          <p:cNvSpPr/>
          <p:nvPr userDrawn="1">
            <p:custDataLst>
              <p:tags r:id="rId6"/>
            </p:custDataLst>
          </p:nvPr>
        </p:nvSpPr>
        <p:spPr>
          <a:xfrm>
            <a:off x="1133475" y="1636395"/>
            <a:ext cx="10118090" cy="3768090"/>
          </a:xfrm>
          <a:prstGeom prst="rect">
            <a:avLst/>
          </a:prstGeom>
          <a:solidFill>
            <a:srgbClr val="000000">
              <a:alpha val="42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: 形状 11"/>
          <p:cNvSpPr/>
          <p:nvPr userDrawn="1">
            <p:custDataLst>
              <p:tags r:id="rId7"/>
            </p:custDataLst>
          </p:nvPr>
        </p:nvSpPr>
        <p:spPr>
          <a:xfrm rot="5400000">
            <a:off x="61595" y="2705735"/>
            <a:ext cx="3769995" cy="1626870"/>
          </a:xfrm>
          <a:custGeom>
            <a:avLst/>
            <a:gdLst>
              <a:gd name="connsiteX0" fmla="*/ 6104525 w 12192000"/>
              <a:gd name="connsiteY0" fmla="*/ 0 h 1862910"/>
              <a:gd name="connsiteX1" fmla="*/ 6405516 w 12192000"/>
              <a:gd name="connsiteY1" fmla="*/ 157480 h 1862910"/>
              <a:gd name="connsiteX2" fmla="*/ 6801756 w 12192000"/>
              <a:gd name="connsiteY2" fmla="*/ 358140 h 1862910"/>
              <a:gd name="connsiteX3" fmla="*/ 7877871 w 12192000"/>
              <a:gd name="connsiteY3" fmla="*/ 358140 h 1862910"/>
              <a:gd name="connsiteX4" fmla="*/ 12192000 w 12192000"/>
              <a:gd name="connsiteY4" fmla="*/ 358140 h 1862910"/>
              <a:gd name="connsiteX5" fmla="*/ 12192000 w 12192000"/>
              <a:gd name="connsiteY5" fmla="*/ 1862910 h 1862910"/>
              <a:gd name="connsiteX6" fmla="*/ 0 w 12192000"/>
              <a:gd name="connsiteY6" fmla="*/ 1862910 h 1862910"/>
              <a:gd name="connsiteX7" fmla="*/ 0 w 12192000"/>
              <a:gd name="connsiteY7" fmla="*/ 358140 h 1862910"/>
              <a:gd name="connsiteX8" fmla="*/ 2547257 w 12192000"/>
              <a:gd name="connsiteY8" fmla="*/ 358140 h 1862910"/>
              <a:gd name="connsiteX9" fmla="*/ 5407296 w 12192000"/>
              <a:gd name="connsiteY9" fmla="*/ 358140 h 1862910"/>
              <a:gd name="connsiteX10" fmla="*/ 5803536 w 12192000"/>
              <a:gd name="connsiteY10" fmla="*/ 157480 h 1862910"/>
              <a:gd name="connsiteX11" fmla="*/ 6104525 w 12192000"/>
              <a:gd name="connsiteY11" fmla="*/ 0 h 1862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254" h="3130">
                <a:moveTo>
                  <a:pt x="3841" y="0"/>
                </a:moveTo>
                <a:cubicBezTo>
                  <a:pt x="4101" y="0"/>
                  <a:pt x="4330" y="130"/>
                  <a:pt x="4468" y="328"/>
                </a:cubicBezTo>
                <a:cubicBezTo>
                  <a:pt x="4597" y="514"/>
                  <a:pt x="4786" y="644"/>
                  <a:pt x="5001" y="705"/>
                </a:cubicBezTo>
                <a:lnTo>
                  <a:pt x="5014" y="709"/>
                </a:lnTo>
                <a:lnTo>
                  <a:pt x="7254" y="709"/>
                </a:lnTo>
                <a:lnTo>
                  <a:pt x="7254" y="3130"/>
                </a:lnTo>
                <a:lnTo>
                  <a:pt x="0" y="3130"/>
                </a:lnTo>
                <a:lnTo>
                  <a:pt x="0" y="709"/>
                </a:lnTo>
                <a:lnTo>
                  <a:pt x="2667" y="709"/>
                </a:lnTo>
                <a:lnTo>
                  <a:pt x="2680" y="705"/>
                </a:lnTo>
                <a:cubicBezTo>
                  <a:pt x="2894" y="644"/>
                  <a:pt x="3084" y="514"/>
                  <a:pt x="3215" y="328"/>
                </a:cubicBezTo>
                <a:cubicBezTo>
                  <a:pt x="3353" y="130"/>
                  <a:pt x="3582" y="0"/>
                  <a:pt x="384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65000"/>
                  <a:lumOff val="35000"/>
                </a:schemeClr>
              </a:gs>
            </a:gsLst>
            <a:lin ang="25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椭圆 15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rot="5400000">
            <a:off x="2244725" y="3429635"/>
            <a:ext cx="427990" cy="42799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2700000" algn="tl" rotWithShape="0">
              <a:srgbClr val="08080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rot="16200000">
            <a:off x="2400300" y="3603625"/>
            <a:ext cx="116840" cy="800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3301365" y="3507105"/>
            <a:ext cx="5452745" cy="1699895"/>
          </a:xfrm>
        </p:spPr>
        <p:txBody>
          <a:bodyPr wrap="square" anchor="t" anchorCtr="0">
            <a:normAutofit/>
          </a:bodyPr>
          <a:lstStyle>
            <a:lvl1pPr algn="l">
              <a:defRPr sz="5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rgbClr val="FFFFFF"/>
                    </a:gs>
                  </a:gsLst>
                  <a:lin ang="162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3298825" y="2221865"/>
            <a:ext cx="5454015" cy="1224280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sz="6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 6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-635" y="635"/>
            <a:ext cx="12192635" cy="6845935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-635" y="635"/>
            <a:ext cx="7323455" cy="6846570"/>
          </a:xfrm>
          <a:prstGeom prst="rect">
            <a:avLst/>
          </a:prstGeom>
          <a:gradFill>
            <a:gsLst>
              <a:gs pos="0">
                <a:srgbClr val="051321"/>
              </a:gs>
              <a:gs pos="100000">
                <a:srgbClr val="0513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45"/>
          <p:cNvSpPr/>
          <p:nvPr userDrawn="1">
            <p:custDataLst>
              <p:tags r:id="rId5"/>
            </p:custDataLst>
          </p:nvPr>
        </p:nvSpPr>
        <p:spPr>
          <a:xfrm>
            <a:off x="838200" y="1369060"/>
            <a:ext cx="1044000" cy="72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6"/>
            </p:custDataLst>
          </p:nvPr>
        </p:nvSpPr>
        <p:spPr>
          <a:xfrm>
            <a:off x="0" y="5415280"/>
            <a:ext cx="12192000" cy="1442720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642620" y="5114925"/>
            <a:ext cx="1036955" cy="307975"/>
          </a:xfrm>
          <a:custGeom>
            <a:avLst/>
            <a:gdLst>
              <a:gd name="connsiteX0" fmla="*/ 6104525 w 12192000"/>
              <a:gd name="connsiteY0" fmla="*/ 0 h 1862910"/>
              <a:gd name="connsiteX1" fmla="*/ 6405516 w 12192000"/>
              <a:gd name="connsiteY1" fmla="*/ 157480 h 1862910"/>
              <a:gd name="connsiteX2" fmla="*/ 6801756 w 12192000"/>
              <a:gd name="connsiteY2" fmla="*/ 358140 h 1862910"/>
              <a:gd name="connsiteX3" fmla="*/ 7877871 w 12192000"/>
              <a:gd name="connsiteY3" fmla="*/ 358140 h 1862910"/>
              <a:gd name="connsiteX4" fmla="*/ 12192000 w 12192000"/>
              <a:gd name="connsiteY4" fmla="*/ 358140 h 1862910"/>
              <a:gd name="connsiteX5" fmla="*/ 12192000 w 12192000"/>
              <a:gd name="connsiteY5" fmla="*/ 1862910 h 1862910"/>
              <a:gd name="connsiteX6" fmla="*/ 0 w 12192000"/>
              <a:gd name="connsiteY6" fmla="*/ 1862910 h 1862910"/>
              <a:gd name="connsiteX7" fmla="*/ 0 w 12192000"/>
              <a:gd name="connsiteY7" fmla="*/ 358140 h 1862910"/>
              <a:gd name="connsiteX8" fmla="*/ 2547257 w 12192000"/>
              <a:gd name="connsiteY8" fmla="*/ 358140 h 1862910"/>
              <a:gd name="connsiteX9" fmla="*/ 5407296 w 12192000"/>
              <a:gd name="connsiteY9" fmla="*/ 358140 h 1862910"/>
              <a:gd name="connsiteX10" fmla="*/ 5803536 w 12192000"/>
              <a:gd name="connsiteY10" fmla="*/ 157480 h 1862910"/>
              <a:gd name="connsiteX11" fmla="*/ 6104525 w 12192000"/>
              <a:gd name="connsiteY11" fmla="*/ 0 h 1862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45" h="786">
                <a:moveTo>
                  <a:pt x="1323" y="0"/>
                </a:moveTo>
                <a:cubicBezTo>
                  <a:pt x="1608" y="0"/>
                  <a:pt x="1860" y="142"/>
                  <a:pt x="2011" y="360"/>
                </a:cubicBezTo>
                <a:cubicBezTo>
                  <a:pt x="2157" y="570"/>
                  <a:pt x="2374" y="715"/>
                  <a:pt x="2619" y="779"/>
                </a:cubicBezTo>
                <a:lnTo>
                  <a:pt x="2645" y="786"/>
                </a:lnTo>
                <a:lnTo>
                  <a:pt x="0" y="786"/>
                </a:lnTo>
                <a:lnTo>
                  <a:pt x="26" y="779"/>
                </a:lnTo>
                <a:cubicBezTo>
                  <a:pt x="270" y="715"/>
                  <a:pt x="488" y="570"/>
                  <a:pt x="636" y="360"/>
                </a:cubicBezTo>
                <a:cubicBezTo>
                  <a:pt x="787" y="142"/>
                  <a:pt x="1039" y="0"/>
                  <a:pt x="13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976630" y="5263515"/>
            <a:ext cx="354330" cy="35433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2700000" algn="tl" rotWithShape="0">
              <a:srgbClr val="08080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rot="10800000">
            <a:off x="1105535" y="5407660"/>
            <a:ext cx="96520" cy="6604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0"/>
            </p:custDataLst>
          </p:nvPr>
        </p:nvSpPr>
        <p:spPr>
          <a:xfrm>
            <a:off x="838200" y="1369060"/>
            <a:ext cx="5257800" cy="208724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838200" y="3599815"/>
            <a:ext cx="5257800" cy="794385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28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 cstate="print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r="5736"/>
          <a:stretch>
            <a:fillRect/>
          </a:stretch>
        </p:blipFill>
        <p:spPr>
          <a:xfrm flipV="1">
            <a:off x="7235190" y="5837555"/>
            <a:ext cx="4956810" cy="6184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806" h="974">
                <a:moveTo>
                  <a:pt x="0" y="0"/>
                </a:moveTo>
                <a:lnTo>
                  <a:pt x="7806" y="0"/>
                </a:lnTo>
                <a:lnTo>
                  <a:pt x="7806" y="974"/>
                </a:lnTo>
                <a:lnTo>
                  <a:pt x="0" y="97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47AEF1"/>
              </a:gs>
            </a:gsLst>
            <a:lin ang="2580000" scaled="0"/>
          </a:gradFill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>
            <a:off x="15240" y="0"/>
            <a:ext cx="12176760" cy="6840220"/>
          </a:xfrm>
          <a:prstGeom prst="rect">
            <a:avLst/>
          </a:prstGeom>
        </p:spPr>
      </p:pic>
      <p:sp>
        <p:nvSpPr>
          <p:cNvPr id="40" name="矩形 39"/>
          <p:cNvSpPr/>
          <p:nvPr userDrawn="1">
            <p:custDataLst>
              <p:tags r:id="rId4"/>
            </p:custDataLst>
          </p:nvPr>
        </p:nvSpPr>
        <p:spPr>
          <a:xfrm>
            <a:off x="15240" y="0"/>
            <a:ext cx="7313295" cy="6858000"/>
          </a:xfrm>
          <a:prstGeom prst="rect">
            <a:avLst/>
          </a:prstGeom>
          <a:gradFill>
            <a:gsLst>
              <a:gs pos="0">
                <a:srgbClr val="051321"/>
              </a:gs>
              <a:gs pos="100000">
                <a:srgbClr val="0513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 45"/>
          <p:cNvSpPr/>
          <p:nvPr userDrawn="1">
            <p:custDataLst>
              <p:tags r:id="rId5"/>
            </p:custDataLst>
          </p:nvPr>
        </p:nvSpPr>
        <p:spPr>
          <a:xfrm>
            <a:off x="838200" y="1369060"/>
            <a:ext cx="1044000" cy="72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6"/>
            </p:custDataLst>
          </p:nvPr>
        </p:nvSpPr>
        <p:spPr>
          <a:xfrm>
            <a:off x="-635" y="5415280"/>
            <a:ext cx="12192635" cy="1442720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642620" y="5114925"/>
            <a:ext cx="1036955" cy="307975"/>
          </a:xfrm>
          <a:custGeom>
            <a:avLst/>
            <a:gdLst>
              <a:gd name="connsiteX0" fmla="*/ 6104525 w 12192000"/>
              <a:gd name="connsiteY0" fmla="*/ 0 h 1862910"/>
              <a:gd name="connsiteX1" fmla="*/ 6405516 w 12192000"/>
              <a:gd name="connsiteY1" fmla="*/ 157480 h 1862910"/>
              <a:gd name="connsiteX2" fmla="*/ 6801756 w 12192000"/>
              <a:gd name="connsiteY2" fmla="*/ 358140 h 1862910"/>
              <a:gd name="connsiteX3" fmla="*/ 7877871 w 12192000"/>
              <a:gd name="connsiteY3" fmla="*/ 358140 h 1862910"/>
              <a:gd name="connsiteX4" fmla="*/ 12192000 w 12192000"/>
              <a:gd name="connsiteY4" fmla="*/ 358140 h 1862910"/>
              <a:gd name="connsiteX5" fmla="*/ 12192000 w 12192000"/>
              <a:gd name="connsiteY5" fmla="*/ 1862910 h 1862910"/>
              <a:gd name="connsiteX6" fmla="*/ 0 w 12192000"/>
              <a:gd name="connsiteY6" fmla="*/ 1862910 h 1862910"/>
              <a:gd name="connsiteX7" fmla="*/ 0 w 12192000"/>
              <a:gd name="connsiteY7" fmla="*/ 358140 h 1862910"/>
              <a:gd name="connsiteX8" fmla="*/ 2547257 w 12192000"/>
              <a:gd name="connsiteY8" fmla="*/ 358140 h 1862910"/>
              <a:gd name="connsiteX9" fmla="*/ 5407296 w 12192000"/>
              <a:gd name="connsiteY9" fmla="*/ 358140 h 1862910"/>
              <a:gd name="connsiteX10" fmla="*/ 5803536 w 12192000"/>
              <a:gd name="connsiteY10" fmla="*/ 157480 h 1862910"/>
              <a:gd name="connsiteX11" fmla="*/ 6104525 w 12192000"/>
              <a:gd name="connsiteY11" fmla="*/ 0 h 1862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45" h="786">
                <a:moveTo>
                  <a:pt x="1323" y="0"/>
                </a:moveTo>
                <a:cubicBezTo>
                  <a:pt x="1608" y="0"/>
                  <a:pt x="1860" y="142"/>
                  <a:pt x="2011" y="360"/>
                </a:cubicBezTo>
                <a:cubicBezTo>
                  <a:pt x="2157" y="570"/>
                  <a:pt x="2374" y="715"/>
                  <a:pt x="2619" y="779"/>
                </a:cubicBezTo>
                <a:lnTo>
                  <a:pt x="2645" y="786"/>
                </a:lnTo>
                <a:lnTo>
                  <a:pt x="0" y="786"/>
                </a:lnTo>
                <a:lnTo>
                  <a:pt x="26" y="779"/>
                </a:lnTo>
                <a:cubicBezTo>
                  <a:pt x="270" y="715"/>
                  <a:pt x="488" y="570"/>
                  <a:pt x="636" y="360"/>
                </a:cubicBezTo>
                <a:cubicBezTo>
                  <a:pt x="787" y="142"/>
                  <a:pt x="1039" y="0"/>
                  <a:pt x="13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椭圆 8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976630" y="5263515"/>
            <a:ext cx="354330" cy="35433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2700000" algn="tl" rotWithShape="0">
              <a:srgbClr val="08080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rot="10800000">
            <a:off x="1105535" y="5407660"/>
            <a:ext cx="96520" cy="6604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0"/>
            </p:custDataLst>
          </p:nvPr>
        </p:nvSpPr>
        <p:spPr>
          <a:xfrm>
            <a:off x="838200" y="1528445"/>
            <a:ext cx="5570220" cy="1994535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60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838200" y="3618230"/>
            <a:ext cx="5570220" cy="496570"/>
          </a:xfrm>
        </p:spPr>
        <p:txBody>
          <a:bodyPr wrap="square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形 28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 cstate="print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r="5736"/>
          <a:stretch>
            <a:fillRect/>
          </a:stretch>
        </p:blipFill>
        <p:spPr>
          <a:xfrm flipV="1">
            <a:off x="7235190" y="5837555"/>
            <a:ext cx="4956810" cy="6184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806" h="974">
                <a:moveTo>
                  <a:pt x="0" y="0"/>
                </a:moveTo>
                <a:lnTo>
                  <a:pt x="7806" y="0"/>
                </a:lnTo>
                <a:lnTo>
                  <a:pt x="7806" y="974"/>
                </a:lnTo>
                <a:lnTo>
                  <a:pt x="0" y="97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47AEF1"/>
              </a:gs>
            </a:gsLst>
            <a:lin ang="2580000" scaled="0"/>
          </a:gradFill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12700"/>
            <a:ext cx="12191365" cy="68453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email">
            <a:alphaModFix amt="24000"/>
            <a:lum bright="24000" contrast="66000"/>
          </a:blip>
          <a:srcRect/>
          <a:stretch>
            <a:fillRect/>
          </a:stretch>
        </p:blipFill>
        <p:spPr>
          <a:xfrm rot="10800000">
            <a:off x="-7620" y="-6350"/>
            <a:ext cx="12190730" cy="6857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0" name="任意多边形 39"/>
          <p:cNvSpPr/>
          <p:nvPr userDrawn="1">
            <p:custDataLst>
              <p:tags r:id="rId5"/>
            </p:custDataLst>
          </p:nvPr>
        </p:nvSpPr>
        <p:spPr>
          <a:xfrm>
            <a:off x="-635" y="-5715"/>
            <a:ext cx="12192635" cy="68567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71">
                <a:moveTo>
                  <a:pt x="0" y="0"/>
                </a:moveTo>
                <a:lnTo>
                  <a:pt x="19200" y="0"/>
                </a:lnTo>
                <a:lnTo>
                  <a:pt x="19200" y="10871"/>
                </a:lnTo>
                <a:lnTo>
                  <a:pt x="0" y="108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8000">
                <a:srgbClr val="051321"/>
              </a:gs>
              <a:gs pos="100000">
                <a:srgbClr val="0513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 35"/>
          <p:cNvSpPr/>
          <p:nvPr userDrawn="1">
            <p:custDataLst>
              <p:tags r:id="rId6"/>
            </p:custDataLst>
          </p:nvPr>
        </p:nvSpPr>
        <p:spPr>
          <a:xfrm>
            <a:off x="851535" y="1682750"/>
            <a:ext cx="1044000" cy="72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noFill/>
              <a:latin typeface="+mn-ea"/>
              <a:sym typeface="MiSans Normal" panose="00000500000000000000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7"/>
            </p:custDataLst>
          </p:nvPr>
        </p:nvSpPr>
        <p:spPr>
          <a:xfrm>
            <a:off x="-635" y="6077585"/>
            <a:ext cx="12192635" cy="779780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757238" y="565200"/>
            <a:ext cx="2880000" cy="1081088"/>
          </a:xfrm>
        </p:spPr>
        <p:txBody>
          <a:bodyPr wrap="square"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6" name="图片 35" descr="图片2123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email"/>
          <a:srcRect/>
          <a:stretch>
            <a:fillRect/>
          </a:stretch>
        </p:blipFill>
        <p:spPr>
          <a:xfrm>
            <a:off x="1133475" y="1634490"/>
            <a:ext cx="10117455" cy="37699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218" h="7254">
                <a:moveTo>
                  <a:pt x="0" y="0"/>
                </a:moveTo>
                <a:lnTo>
                  <a:pt x="16218" y="0"/>
                </a:lnTo>
                <a:lnTo>
                  <a:pt x="16218" y="7254"/>
                </a:lnTo>
                <a:lnTo>
                  <a:pt x="0" y="725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7" name="矩形 36"/>
          <p:cNvSpPr/>
          <p:nvPr userDrawn="1">
            <p:custDataLst>
              <p:tags r:id="rId6"/>
            </p:custDataLst>
          </p:nvPr>
        </p:nvSpPr>
        <p:spPr>
          <a:xfrm>
            <a:off x="1133475" y="1636395"/>
            <a:ext cx="10118090" cy="3768090"/>
          </a:xfrm>
          <a:prstGeom prst="rect">
            <a:avLst/>
          </a:prstGeom>
          <a:solidFill>
            <a:srgbClr val="000000">
              <a:alpha val="42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: 形状 11"/>
          <p:cNvSpPr/>
          <p:nvPr userDrawn="1">
            <p:custDataLst>
              <p:tags r:id="rId7"/>
            </p:custDataLst>
          </p:nvPr>
        </p:nvSpPr>
        <p:spPr>
          <a:xfrm rot="5400000">
            <a:off x="61595" y="2705735"/>
            <a:ext cx="3769995" cy="1626870"/>
          </a:xfrm>
          <a:custGeom>
            <a:avLst/>
            <a:gdLst>
              <a:gd name="connsiteX0" fmla="*/ 6104525 w 12192000"/>
              <a:gd name="connsiteY0" fmla="*/ 0 h 1862910"/>
              <a:gd name="connsiteX1" fmla="*/ 6405516 w 12192000"/>
              <a:gd name="connsiteY1" fmla="*/ 157480 h 1862910"/>
              <a:gd name="connsiteX2" fmla="*/ 6801756 w 12192000"/>
              <a:gd name="connsiteY2" fmla="*/ 358140 h 1862910"/>
              <a:gd name="connsiteX3" fmla="*/ 7877871 w 12192000"/>
              <a:gd name="connsiteY3" fmla="*/ 358140 h 1862910"/>
              <a:gd name="connsiteX4" fmla="*/ 12192000 w 12192000"/>
              <a:gd name="connsiteY4" fmla="*/ 358140 h 1862910"/>
              <a:gd name="connsiteX5" fmla="*/ 12192000 w 12192000"/>
              <a:gd name="connsiteY5" fmla="*/ 1862910 h 1862910"/>
              <a:gd name="connsiteX6" fmla="*/ 0 w 12192000"/>
              <a:gd name="connsiteY6" fmla="*/ 1862910 h 1862910"/>
              <a:gd name="connsiteX7" fmla="*/ 0 w 12192000"/>
              <a:gd name="connsiteY7" fmla="*/ 358140 h 1862910"/>
              <a:gd name="connsiteX8" fmla="*/ 2547257 w 12192000"/>
              <a:gd name="connsiteY8" fmla="*/ 358140 h 1862910"/>
              <a:gd name="connsiteX9" fmla="*/ 5407296 w 12192000"/>
              <a:gd name="connsiteY9" fmla="*/ 358140 h 1862910"/>
              <a:gd name="connsiteX10" fmla="*/ 5803536 w 12192000"/>
              <a:gd name="connsiteY10" fmla="*/ 157480 h 1862910"/>
              <a:gd name="connsiteX11" fmla="*/ 6104525 w 12192000"/>
              <a:gd name="connsiteY11" fmla="*/ 0 h 1862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254" h="3130">
                <a:moveTo>
                  <a:pt x="3841" y="0"/>
                </a:moveTo>
                <a:cubicBezTo>
                  <a:pt x="4101" y="0"/>
                  <a:pt x="4330" y="130"/>
                  <a:pt x="4468" y="328"/>
                </a:cubicBezTo>
                <a:cubicBezTo>
                  <a:pt x="4597" y="514"/>
                  <a:pt x="4786" y="644"/>
                  <a:pt x="5001" y="705"/>
                </a:cubicBezTo>
                <a:lnTo>
                  <a:pt x="5014" y="709"/>
                </a:lnTo>
                <a:lnTo>
                  <a:pt x="7254" y="709"/>
                </a:lnTo>
                <a:lnTo>
                  <a:pt x="7254" y="3130"/>
                </a:lnTo>
                <a:lnTo>
                  <a:pt x="0" y="3130"/>
                </a:lnTo>
                <a:lnTo>
                  <a:pt x="0" y="709"/>
                </a:lnTo>
                <a:lnTo>
                  <a:pt x="2667" y="709"/>
                </a:lnTo>
                <a:lnTo>
                  <a:pt x="2680" y="705"/>
                </a:lnTo>
                <a:cubicBezTo>
                  <a:pt x="2894" y="644"/>
                  <a:pt x="3084" y="514"/>
                  <a:pt x="3215" y="328"/>
                </a:cubicBezTo>
                <a:cubicBezTo>
                  <a:pt x="3353" y="130"/>
                  <a:pt x="3582" y="0"/>
                  <a:pt x="384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65000"/>
                  <a:lumOff val="35000"/>
                </a:schemeClr>
              </a:gs>
            </a:gsLst>
            <a:lin ang="25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椭圆 15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rot="5400000">
            <a:off x="2244725" y="3429635"/>
            <a:ext cx="427990" cy="42799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2700000" algn="tl" rotWithShape="0">
              <a:srgbClr val="08080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rot="16200000">
            <a:off x="2400300" y="3603625"/>
            <a:ext cx="116840" cy="800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3301365" y="3507105"/>
            <a:ext cx="5452745" cy="1699895"/>
          </a:xfrm>
        </p:spPr>
        <p:txBody>
          <a:bodyPr wrap="square" anchor="t" anchorCtr="0">
            <a:normAutofit/>
          </a:bodyPr>
          <a:lstStyle>
            <a:lvl1pPr algn="l">
              <a:defRPr sz="5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rgbClr val="FFFFFF"/>
                    </a:gs>
                  </a:gsLst>
                  <a:lin ang="162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3298825" y="2221865"/>
            <a:ext cx="5454015" cy="1224280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sz="6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 6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-635" y="635"/>
            <a:ext cx="12192635" cy="6845935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-635" y="635"/>
            <a:ext cx="7323455" cy="6846570"/>
          </a:xfrm>
          <a:prstGeom prst="rect">
            <a:avLst/>
          </a:prstGeom>
          <a:gradFill>
            <a:gsLst>
              <a:gs pos="0">
                <a:srgbClr val="051321"/>
              </a:gs>
              <a:gs pos="100000">
                <a:srgbClr val="0513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45"/>
          <p:cNvSpPr/>
          <p:nvPr userDrawn="1">
            <p:custDataLst>
              <p:tags r:id="rId5"/>
            </p:custDataLst>
          </p:nvPr>
        </p:nvSpPr>
        <p:spPr>
          <a:xfrm>
            <a:off x="838200" y="1369060"/>
            <a:ext cx="1044000" cy="72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6"/>
            </p:custDataLst>
          </p:nvPr>
        </p:nvSpPr>
        <p:spPr>
          <a:xfrm>
            <a:off x="0" y="5415280"/>
            <a:ext cx="12192000" cy="1442720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642620" y="5114925"/>
            <a:ext cx="1036955" cy="307975"/>
          </a:xfrm>
          <a:custGeom>
            <a:avLst/>
            <a:gdLst>
              <a:gd name="connsiteX0" fmla="*/ 6104525 w 12192000"/>
              <a:gd name="connsiteY0" fmla="*/ 0 h 1862910"/>
              <a:gd name="connsiteX1" fmla="*/ 6405516 w 12192000"/>
              <a:gd name="connsiteY1" fmla="*/ 157480 h 1862910"/>
              <a:gd name="connsiteX2" fmla="*/ 6801756 w 12192000"/>
              <a:gd name="connsiteY2" fmla="*/ 358140 h 1862910"/>
              <a:gd name="connsiteX3" fmla="*/ 7877871 w 12192000"/>
              <a:gd name="connsiteY3" fmla="*/ 358140 h 1862910"/>
              <a:gd name="connsiteX4" fmla="*/ 12192000 w 12192000"/>
              <a:gd name="connsiteY4" fmla="*/ 358140 h 1862910"/>
              <a:gd name="connsiteX5" fmla="*/ 12192000 w 12192000"/>
              <a:gd name="connsiteY5" fmla="*/ 1862910 h 1862910"/>
              <a:gd name="connsiteX6" fmla="*/ 0 w 12192000"/>
              <a:gd name="connsiteY6" fmla="*/ 1862910 h 1862910"/>
              <a:gd name="connsiteX7" fmla="*/ 0 w 12192000"/>
              <a:gd name="connsiteY7" fmla="*/ 358140 h 1862910"/>
              <a:gd name="connsiteX8" fmla="*/ 2547257 w 12192000"/>
              <a:gd name="connsiteY8" fmla="*/ 358140 h 1862910"/>
              <a:gd name="connsiteX9" fmla="*/ 5407296 w 12192000"/>
              <a:gd name="connsiteY9" fmla="*/ 358140 h 1862910"/>
              <a:gd name="connsiteX10" fmla="*/ 5803536 w 12192000"/>
              <a:gd name="connsiteY10" fmla="*/ 157480 h 1862910"/>
              <a:gd name="connsiteX11" fmla="*/ 6104525 w 12192000"/>
              <a:gd name="connsiteY11" fmla="*/ 0 h 1862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45" h="786">
                <a:moveTo>
                  <a:pt x="1323" y="0"/>
                </a:moveTo>
                <a:cubicBezTo>
                  <a:pt x="1608" y="0"/>
                  <a:pt x="1860" y="142"/>
                  <a:pt x="2011" y="360"/>
                </a:cubicBezTo>
                <a:cubicBezTo>
                  <a:pt x="2157" y="570"/>
                  <a:pt x="2374" y="715"/>
                  <a:pt x="2619" y="779"/>
                </a:cubicBezTo>
                <a:lnTo>
                  <a:pt x="2645" y="786"/>
                </a:lnTo>
                <a:lnTo>
                  <a:pt x="0" y="786"/>
                </a:lnTo>
                <a:lnTo>
                  <a:pt x="26" y="779"/>
                </a:lnTo>
                <a:cubicBezTo>
                  <a:pt x="270" y="715"/>
                  <a:pt x="488" y="570"/>
                  <a:pt x="636" y="360"/>
                </a:cubicBezTo>
                <a:cubicBezTo>
                  <a:pt x="787" y="142"/>
                  <a:pt x="1039" y="0"/>
                  <a:pt x="13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976630" y="5263515"/>
            <a:ext cx="354330" cy="35433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2700000" algn="tl" rotWithShape="0">
              <a:srgbClr val="08080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rot="10800000">
            <a:off x="1105535" y="5407660"/>
            <a:ext cx="96520" cy="6604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0"/>
            </p:custDataLst>
          </p:nvPr>
        </p:nvSpPr>
        <p:spPr>
          <a:xfrm>
            <a:off x="838200" y="1369060"/>
            <a:ext cx="5257800" cy="208724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838200" y="3599815"/>
            <a:ext cx="5257800" cy="794385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28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 cstate="print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r="5736"/>
          <a:stretch>
            <a:fillRect/>
          </a:stretch>
        </p:blipFill>
        <p:spPr>
          <a:xfrm flipV="1">
            <a:off x="7235190" y="5837555"/>
            <a:ext cx="4956810" cy="6184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806" h="974">
                <a:moveTo>
                  <a:pt x="0" y="0"/>
                </a:moveTo>
                <a:lnTo>
                  <a:pt x="7806" y="0"/>
                </a:lnTo>
                <a:lnTo>
                  <a:pt x="7806" y="974"/>
                </a:lnTo>
                <a:lnTo>
                  <a:pt x="0" y="97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47AEF1"/>
              </a:gs>
            </a:gsLst>
            <a:lin ang="2580000" scaled="0"/>
          </a:gradFill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image" Target="../media/image5.jpeg"/><Relationship Id="rId12" Type="http://schemas.openxmlformats.org/officeDocument/2006/relationships/tags" Target="../tags/tag8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180.xml"/><Relationship Id="rId20" Type="http://schemas.openxmlformats.org/officeDocument/2006/relationships/tags" Target="../tags/tag179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78.xml"/><Relationship Id="rId18" Type="http://schemas.openxmlformats.org/officeDocument/2006/relationships/tags" Target="../tags/tag177.xml"/><Relationship Id="rId17" Type="http://schemas.openxmlformats.org/officeDocument/2006/relationships/tags" Target="../tags/tag176.xml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image" Target="../media/image5.jpeg"/><Relationship Id="rId12" Type="http://schemas.openxmlformats.org/officeDocument/2006/relationships/tags" Target="../tags/tag17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 cstate="email">
            <a:alphaModFix amt="1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矩形 9"/>
          <p:cNvSpPr/>
          <p:nvPr userDrawn="1">
            <p:custDataLst>
              <p:tags r:id="rId14"/>
            </p:custDataLst>
          </p:nvPr>
        </p:nvSpPr>
        <p:spPr>
          <a:xfrm>
            <a:off x="0" y="6615430"/>
            <a:ext cx="12192000" cy="242570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 45"/>
          <p:cNvSpPr/>
          <p:nvPr userDrawn="1">
            <p:custDataLst>
              <p:tags r:id="rId15"/>
            </p:custDataLst>
          </p:nvPr>
        </p:nvSpPr>
        <p:spPr>
          <a:xfrm>
            <a:off x="712470" y="1155065"/>
            <a:ext cx="1044000" cy="72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 cstate="email">
            <a:alphaModFix amt="1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矩形 9"/>
          <p:cNvSpPr/>
          <p:nvPr userDrawn="1">
            <p:custDataLst>
              <p:tags r:id="rId14"/>
            </p:custDataLst>
          </p:nvPr>
        </p:nvSpPr>
        <p:spPr>
          <a:xfrm>
            <a:off x="0" y="6615430"/>
            <a:ext cx="12192000" cy="242570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 45"/>
          <p:cNvSpPr/>
          <p:nvPr userDrawn="1">
            <p:custDataLst>
              <p:tags r:id="rId15"/>
            </p:custDataLst>
          </p:nvPr>
        </p:nvSpPr>
        <p:spPr>
          <a:xfrm>
            <a:off x="712470" y="1155065"/>
            <a:ext cx="1044000" cy="72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197.xml"/><Relationship Id="rId12" Type="http://schemas.openxmlformats.org/officeDocument/2006/relationships/tags" Target="../tags/tag196.xml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tags" Target="../tags/tag18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217.xml"/><Relationship Id="rId16" Type="http://schemas.openxmlformats.org/officeDocument/2006/relationships/tags" Target="../tags/tag216.xml"/><Relationship Id="rId15" Type="http://schemas.openxmlformats.org/officeDocument/2006/relationships/tags" Target="../tags/tag215.xml"/><Relationship Id="rId14" Type="http://schemas.openxmlformats.org/officeDocument/2006/relationships/tags" Target="../tags/tag214.xml"/><Relationship Id="rId13" Type="http://schemas.openxmlformats.org/officeDocument/2006/relationships/tags" Target="../tags/tag213.xml"/><Relationship Id="rId12" Type="http://schemas.openxmlformats.org/officeDocument/2006/relationships/tags" Target="../tags/tag212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tags" Target="../tags/tag20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230.xml"/><Relationship Id="rId12" Type="http://schemas.openxmlformats.org/officeDocument/2006/relationships/tags" Target="../tags/tag229.xml"/><Relationship Id="rId11" Type="http://schemas.openxmlformats.org/officeDocument/2006/relationships/tags" Target="../tags/tag228.xml"/><Relationship Id="rId10" Type="http://schemas.openxmlformats.org/officeDocument/2006/relationships/tags" Target="../tags/tag227.xml"/><Relationship Id="rId1" Type="http://schemas.openxmlformats.org/officeDocument/2006/relationships/tags" Target="../tags/tag2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tags" Target="../tags/tag23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59.xml"/><Relationship Id="rId8" Type="http://schemas.openxmlformats.org/officeDocument/2006/relationships/tags" Target="../tags/tag258.xml"/><Relationship Id="rId7" Type="http://schemas.openxmlformats.org/officeDocument/2006/relationships/tags" Target="../tags/tag257.xml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267.xml"/><Relationship Id="rId16" Type="http://schemas.openxmlformats.org/officeDocument/2006/relationships/tags" Target="../tags/tag266.xml"/><Relationship Id="rId15" Type="http://schemas.openxmlformats.org/officeDocument/2006/relationships/tags" Target="../tags/tag265.xml"/><Relationship Id="rId14" Type="http://schemas.openxmlformats.org/officeDocument/2006/relationships/tags" Target="../tags/tag264.xml"/><Relationship Id="rId13" Type="http://schemas.openxmlformats.org/officeDocument/2006/relationships/tags" Target="../tags/tag263.xml"/><Relationship Id="rId12" Type="http://schemas.openxmlformats.org/officeDocument/2006/relationships/tags" Target="../tags/tag262.xml"/><Relationship Id="rId11" Type="http://schemas.openxmlformats.org/officeDocument/2006/relationships/tags" Target="../tags/tag261.xml"/><Relationship Id="rId10" Type="http://schemas.openxmlformats.org/officeDocument/2006/relationships/tags" Target="../tags/tag260.xml"/><Relationship Id="rId1" Type="http://schemas.openxmlformats.org/officeDocument/2006/relationships/tags" Target="../tags/tag25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76.xml"/><Relationship Id="rId8" Type="http://schemas.openxmlformats.org/officeDocument/2006/relationships/tags" Target="../tags/tag275.xml"/><Relationship Id="rId7" Type="http://schemas.openxmlformats.org/officeDocument/2006/relationships/tags" Target="../tags/tag274.x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83.xml"/><Relationship Id="rId2" Type="http://schemas.openxmlformats.org/officeDocument/2006/relationships/tags" Target="../tags/tag269.xml"/><Relationship Id="rId19" Type="http://schemas.openxmlformats.org/officeDocument/2006/relationships/image" Target="../media/image15.svg"/><Relationship Id="rId18" Type="http://schemas.openxmlformats.org/officeDocument/2006/relationships/image" Target="../media/image14.png"/><Relationship Id="rId17" Type="http://schemas.openxmlformats.org/officeDocument/2006/relationships/tags" Target="../tags/tag282.xml"/><Relationship Id="rId16" Type="http://schemas.openxmlformats.org/officeDocument/2006/relationships/image" Target="../media/image13.svg"/><Relationship Id="rId15" Type="http://schemas.openxmlformats.org/officeDocument/2006/relationships/image" Target="../media/image12.png"/><Relationship Id="rId14" Type="http://schemas.openxmlformats.org/officeDocument/2006/relationships/tags" Target="../tags/tag281.xml"/><Relationship Id="rId13" Type="http://schemas.openxmlformats.org/officeDocument/2006/relationships/tags" Target="../tags/tag280.xml"/><Relationship Id="rId12" Type="http://schemas.openxmlformats.org/officeDocument/2006/relationships/tags" Target="../tags/tag279.xml"/><Relationship Id="rId11" Type="http://schemas.openxmlformats.org/officeDocument/2006/relationships/tags" Target="../tags/tag278.xml"/><Relationship Id="rId10" Type="http://schemas.openxmlformats.org/officeDocument/2006/relationships/tags" Target="../tags/tag277.xml"/><Relationship Id="rId1" Type="http://schemas.openxmlformats.org/officeDocument/2006/relationships/tags" Target="../tags/tag26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85.xml"/><Relationship Id="rId1" Type="http://schemas.openxmlformats.org/officeDocument/2006/relationships/tags" Target="../tags/tag28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304.xml"/><Relationship Id="rId20" Type="http://schemas.openxmlformats.org/officeDocument/2006/relationships/tags" Target="../tags/tag303.xml"/><Relationship Id="rId2" Type="http://schemas.openxmlformats.org/officeDocument/2006/relationships/tags" Target="../tags/tag287.xml"/><Relationship Id="rId19" Type="http://schemas.openxmlformats.org/officeDocument/2006/relationships/tags" Target="../tags/tag302.xml"/><Relationship Id="rId18" Type="http://schemas.openxmlformats.org/officeDocument/2006/relationships/tags" Target="../tags/tag301.xml"/><Relationship Id="rId17" Type="http://schemas.openxmlformats.org/officeDocument/2006/relationships/tags" Target="../tags/tag300.xml"/><Relationship Id="rId16" Type="http://schemas.openxmlformats.org/officeDocument/2006/relationships/tags" Target="../tags/tag299.xml"/><Relationship Id="rId15" Type="http://schemas.openxmlformats.org/officeDocument/2006/relationships/tags" Target="../tags/tag298.xml"/><Relationship Id="rId14" Type="http://schemas.openxmlformats.org/officeDocument/2006/relationships/tags" Target="../tags/tag297.xml"/><Relationship Id="rId13" Type="http://schemas.openxmlformats.org/officeDocument/2006/relationships/tags" Target="../tags/tag296.xml"/><Relationship Id="rId12" Type="http://schemas.openxmlformats.org/officeDocument/2006/relationships/tags" Target="../tags/tag295.xml"/><Relationship Id="rId11" Type="http://schemas.openxmlformats.org/officeDocument/2006/relationships/tags" Target="../tags/tag294.xml"/><Relationship Id="rId10" Type="http://schemas.openxmlformats.org/officeDocument/2006/relationships/tags" Target="../tags/tag293.xml"/><Relationship Id="rId1" Type="http://schemas.openxmlformats.org/officeDocument/2006/relationships/tags" Target="../tags/tag28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12.xml"/><Relationship Id="rId8" Type="http://schemas.openxmlformats.org/officeDocument/2006/relationships/tags" Target="../tags/tag311.xml"/><Relationship Id="rId7" Type="http://schemas.openxmlformats.org/officeDocument/2006/relationships/tags" Target="../tags/tag31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2" Type="http://schemas.openxmlformats.org/officeDocument/2006/relationships/notesSlide" Target="../notesSlides/notesSlide3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333.xml"/><Relationship Id="rId3" Type="http://schemas.openxmlformats.org/officeDocument/2006/relationships/image" Target="../media/image18.jpeg"/><Relationship Id="rId29" Type="http://schemas.openxmlformats.org/officeDocument/2006/relationships/tags" Target="../tags/tag332.xml"/><Relationship Id="rId28" Type="http://schemas.openxmlformats.org/officeDocument/2006/relationships/tags" Target="../tags/tag331.xml"/><Relationship Id="rId27" Type="http://schemas.openxmlformats.org/officeDocument/2006/relationships/tags" Target="../tags/tag330.xml"/><Relationship Id="rId26" Type="http://schemas.openxmlformats.org/officeDocument/2006/relationships/tags" Target="../tags/tag329.xml"/><Relationship Id="rId25" Type="http://schemas.openxmlformats.org/officeDocument/2006/relationships/tags" Target="../tags/tag328.xml"/><Relationship Id="rId24" Type="http://schemas.openxmlformats.org/officeDocument/2006/relationships/tags" Target="../tags/tag327.xml"/><Relationship Id="rId23" Type="http://schemas.openxmlformats.org/officeDocument/2006/relationships/tags" Target="../tags/tag326.xml"/><Relationship Id="rId22" Type="http://schemas.openxmlformats.org/officeDocument/2006/relationships/tags" Target="../tags/tag325.xml"/><Relationship Id="rId21" Type="http://schemas.openxmlformats.org/officeDocument/2006/relationships/tags" Target="../tags/tag324.xml"/><Relationship Id="rId20" Type="http://schemas.openxmlformats.org/officeDocument/2006/relationships/tags" Target="../tags/tag323.xml"/><Relationship Id="rId2" Type="http://schemas.openxmlformats.org/officeDocument/2006/relationships/tags" Target="../tags/tag306.xml"/><Relationship Id="rId19" Type="http://schemas.openxmlformats.org/officeDocument/2006/relationships/tags" Target="../tags/tag322.xml"/><Relationship Id="rId18" Type="http://schemas.openxmlformats.org/officeDocument/2006/relationships/tags" Target="../tags/tag321.xml"/><Relationship Id="rId17" Type="http://schemas.openxmlformats.org/officeDocument/2006/relationships/tags" Target="../tags/tag320.xml"/><Relationship Id="rId16" Type="http://schemas.openxmlformats.org/officeDocument/2006/relationships/tags" Target="../tags/tag319.xml"/><Relationship Id="rId15" Type="http://schemas.openxmlformats.org/officeDocument/2006/relationships/tags" Target="../tags/tag318.xml"/><Relationship Id="rId14" Type="http://schemas.openxmlformats.org/officeDocument/2006/relationships/tags" Target="../tags/tag317.xml"/><Relationship Id="rId13" Type="http://schemas.openxmlformats.org/officeDocument/2006/relationships/tags" Target="../tags/tag316.xml"/><Relationship Id="rId12" Type="http://schemas.openxmlformats.org/officeDocument/2006/relationships/tags" Target="../tags/tag315.xml"/><Relationship Id="rId11" Type="http://schemas.openxmlformats.org/officeDocument/2006/relationships/tags" Target="../tags/tag314.xml"/><Relationship Id="rId10" Type="http://schemas.openxmlformats.org/officeDocument/2006/relationships/tags" Target="../tags/tag313.xml"/><Relationship Id="rId1" Type="http://schemas.openxmlformats.org/officeDocument/2006/relationships/tags" Target="../tags/tag30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tags" Target="../tags/tag340.xml"/><Relationship Id="rId7" Type="http://schemas.openxmlformats.org/officeDocument/2006/relationships/tags" Target="../tags/tag339.xml"/><Relationship Id="rId6" Type="http://schemas.openxmlformats.org/officeDocument/2006/relationships/tags" Target="../tags/tag338.xml"/><Relationship Id="rId5" Type="http://schemas.openxmlformats.org/officeDocument/2006/relationships/tags" Target="../tags/tag337.xml"/><Relationship Id="rId4" Type="http://schemas.openxmlformats.org/officeDocument/2006/relationships/image" Target="../media/image19.jpeg"/><Relationship Id="rId3" Type="http://schemas.openxmlformats.org/officeDocument/2006/relationships/tags" Target="../tags/tag336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5.xml"/><Relationship Id="rId19" Type="http://schemas.openxmlformats.org/officeDocument/2006/relationships/tags" Target="../tags/tag350.xml"/><Relationship Id="rId18" Type="http://schemas.openxmlformats.org/officeDocument/2006/relationships/image" Target="../media/image20.png"/><Relationship Id="rId17" Type="http://schemas.openxmlformats.org/officeDocument/2006/relationships/tags" Target="../tags/tag349.xml"/><Relationship Id="rId16" Type="http://schemas.openxmlformats.org/officeDocument/2006/relationships/tags" Target="../tags/tag348.xml"/><Relationship Id="rId15" Type="http://schemas.openxmlformats.org/officeDocument/2006/relationships/tags" Target="../tags/tag347.xml"/><Relationship Id="rId14" Type="http://schemas.openxmlformats.org/officeDocument/2006/relationships/tags" Target="../tags/tag346.xml"/><Relationship Id="rId13" Type="http://schemas.openxmlformats.org/officeDocument/2006/relationships/tags" Target="../tags/tag345.xml"/><Relationship Id="rId12" Type="http://schemas.openxmlformats.org/officeDocument/2006/relationships/tags" Target="../tags/tag344.xml"/><Relationship Id="rId11" Type="http://schemas.openxmlformats.org/officeDocument/2006/relationships/tags" Target="../tags/tag343.xml"/><Relationship Id="rId10" Type="http://schemas.openxmlformats.org/officeDocument/2006/relationships/tags" Target="../tags/tag342.xml"/><Relationship Id="rId1" Type="http://schemas.openxmlformats.org/officeDocument/2006/relationships/tags" Target="../tags/tag33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" Type="http://schemas.openxmlformats.org/officeDocument/2006/relationships/tags" Target="../tags/tag35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tags" Target="../tags/tag3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副标题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061085" y="3429000"/>
            <a:ext cx="5570220" cy="496570"/>
          </a:xfrm>
        </p:spPr>
        <p:txBody>
          <a:bodyPr/>
          <a:lstStyle/>
          <a:p>
            <a:r>
              <a:rPr lang="en-US" altLang="zh-CN">
                <a:sym typeface="+mn-ea"/>
              </a:rPr>
              <a:t>FeiSharp</a:t>
            </a:r>
            <a:r>
              <a:rPr lang="zh-CN" altLang="en-US">
                <a:sym typeface="+mn-ea"/>
              </a:rPr>
              <a:t>语言介绍</a:t>
            </a:r>
            <a:r>
              <a:rPr lang="en-US" altLang="zh-CN">
                <a:sym typeface="+mn-ea"/>
              </a:rPr>
              <a:t> &amp; </a:t>
            </a:r>
            <a:r>
              <a:rPr lang="zh-CN" altLang="en-US">
                <a:sym typeface="+mn-ea"/>
              </a:rPr>
              <a:t>使用方式</a:t>
            </a:r>
            <a:endParaRPr lang="zh-CN" altLang="en-US"/>
          </a:p>
        </p:txBody>
      </p:sp>
      <p:sp>
        <p:nvSpPr>
          <p:cNvPr id="26" name="标题 25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38200" y="575945"/>
            <a:ext cx="6593840" cy="1994535"/>
          </a:xfrm>
        </p:spPr>
        <p:txBody>
          <a:bodyPr/>
          <a:lstStyle/>
          <a:p>
            <a:r>
              <a:rPr lang="en-US" altLang="zh-CN">
                <a:sym typeface="+mn-ea"/>
              </a:rPr>
              <a:t>FeiSharp</a:t>
            </a:r>
            <a:r>
              <a:rPr lang="zh-CN" altLang="en-US">
                <a:sym typeface="+mn-ea"/>
              </a:rPr>
              <a:t>编程</a:t>
            </a:r>
            <a:r>
              <a:rPr lang="zh-CN" altLang="en-US">
                <a:sym typeface="+mn-ea"/>
              </a:rPr>
              <a:t>语言</a:t>
            </a:r>
            <a:endParaRPr lang="zh-CN" altLang="en-US"/>
          </a:p>
        </p:txBody>
      </p:sp>
      <p:sp>
        <p:nvSpPr>
          <p:cNvPr id="18" name="任意多边形: 形状 17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887730" y="5908040"/>
            <a:ext cx="4749800" cy="461645"/>
          </a:xfrm>
          <a:custGeom>
            <a:avLst/>
            <a:gdLst>
              <a:gd name="connsiteX0" fmla="*/ 0 w 236029"/>
              <a:gd name="connsiteY0" fmla="*/ 3619 h 341090"/>
              <a:gd name="connsiteX1" fmla="*/ 191 w 236029"/>
              <a:gd name="connsiteY1" fmla="*/ 2477 h 341090"/>
              <a:gd name="connsiteX2" fmla="*/ 667 w 236029"/>
              <a:gd name="connsiteY2" fmla="*/ 1429 h 341090"/>
              <a:gd name="connsiteX3" fmla="*/ 1429 w 236029"/>
              <a:gd name="connsiteY3" fmla="*/ 667 h 341090"/>
              <a:gd name="connsiteX4" fmla="*/ 2477 w 236029"/>
              <a:gd name="connsiteY4" fmla="*/ 190 h 341090"/>
              <a:gd name="connsiteX5" fmla="*/ 3620 w 236029"/>
              <a:gd name="connsiteY5" fmla="*/ 0 h 341090"/>
              <a:gd name="connsiteX6" fmla="*/ 232410 w 236029"/>
              <a:gd name="connsiteY6" fmla="*/ 0 h 341090"/>
              <a:gd name="connsiteX7" fmla="*/ 233553 w 236029"/>
              <a:gd name="connsiteY7" fmla="*/ 190 h 341090"/>
              <a:gd name="connsiteX8" fmla="*/ 234601 w 236029"/>
              <a:gd name="connsiteY8" fmla="*/ 667 h 341090"/>
              <a:gd name="connsiteX9" fmla="*/ 235363 w 236029"/>
              <a:gd name="connsiteY9" fmla="*/ 1429 h 341090"/>
              <a:gd name="connsiteX10" fmla="*/ 235839 w 236029"/>
              <a:gd name="connsiteY10" fmla="*/ 2477 h 341090"/>
              <a:gd name="connsiteX11" fmla="*/ 236030 w 236029"/>
              <a:gd name="connsiteY11" fmla="*/ 3619 h 341090"/>
              <a:gd name="connsiteX12" fmla="*/ 236030 w 236029"/>
              <a:gd name="connsiteY12" fmla="*/ 60007 h 341090"/>
              <a:gd name="connsiteX13" fmla="*/ 235839 w 236029"/>
              <a:gd name="connsiteY13" fmla="*/ 61151 h 341090"/>
              <a:gd name="connsiteX14" fmla="*/ 235363 w 236029"/>
              <a:gd name="connsiteY14" fmla="*/ 62198 h 341090"/>
              <a:gd name="connsiteX15" fmla="*/ 234601 w 236029"/>
              <a:gd name="connsiteY15" fmla="*/ 62960 h 341090"/>
              <a:gd name="connsiteX16" fmla="*/ 233553 w 236029"/>
              <a:gd name="connsiteY16" fmla="*/ 63437 h 341090"/>
              <a:gd name="connsiteX17" fmla="*/ 232410 w 236029"/>
              <a:gd name="connsiteY17" fmla="*/ 63627 h 341090"/>
              <a:gd name="connsiteX18" fmla="*/ 71152 w 236029"/>
              <a:gd name="connsiteY18" fmla="*/ 63627 h 341090"/>
              <a:gd name="connsiteX19" fmla="*/ 74771 w 236029"/>
              <a:gd name="connsiteY19" fmla="*/ 60007 h 341090"/>
              <a:gd name="connsiteX20" fmla="*/ 74771 w 236029"/>
              <a:gd name="connsiteY20" fmla="*/ 139256 h 341090"/>
              <a:gd name="connsiteX21" fmla="*/ 71152 w 236029"/>
              <a:gd name="connsiteY21" fmla="*/ 135541 h 341090"/>
              <a:gd name="connsiteX22" fmla="*/ 210503 w 236029"/>
              <a:gd name="connsiteY22" fmla="*/ 135541 h 341090"/>
              <a:gd name="connsiteX23" fmla="*/ 211646 w 236029"/>
              <a:gd name="connsiteY23" fmla="*/ 135731 h 341090"/>
              <a:gd name="connsiteX24" fmla="*/ 212693 w 236029"/>
              <a:gd name="connsiteY24" fmla="*/ 136208 h 341090"/>
              <a:gd name="connsiteX25" fmla="*/ 213455 w 236029"/>
              <a:gd name="connsiteY25" fmla="*/ 136970 h 341090"/>
              <a:gd name="connsiteX26" fmla="*/ 213931 w 236029"/>
              <a:gd name="connsiteY26" fmla="*/ 138017 h 341090"/>
              <a:gd name="connsiteX27" fmla="*/ 214122 w 236029"/>
              <a:gd name="connsiteY27" fmla="*/ 139160 h 341090"/>
              <a:gd name="connsiteX28" fmla="*/ 214122 w 236029"/>
              <a:gd name="connsiteY28" fmla="*/ 195548 h 341090"/>
              <a:gd name="connsiteX29" fmla="*/ 213931 w 236029"/>
              <a:gd name="connsiteY29" fmla="*/ 196691 h 341090"/>
              <a:gd name="connsiteX30" fmla="*/ 213455 w 236029"/>
              <a:gd name="connsiteY30" fmla="*/ 197739 h 341090"/>
              <a:gd name="connsiteX31" fmla="*/ 212693 w 236029"/>
              <a:gd name="connsiteY31" fmla="*/ 198501 h 341090"/>
              <a:gd name="connsiteX32" fmla="*/ 211646 w 236029"/>
              <a:gd name="connsiteY32" fmla="*/ 198977 h 341090"/>
              <a:gd name="connsiteX33" fmla="*/ 210503 w 236029"/>
              <a:gd name="connsiteY33" fmla="*/ 199168 h 341090"/>
              <a:gd name="connsiteX34" fmla="*/ 71152 w 236029"/>
              <a:gd name="connsiteY34" fmla="*/ 199168 h 341090"/>
              <a:gd name="connsiteX35" fmla="*/ 74771 w 236029"/>
              <a:gd name="connsiteY35" fmla="*/ 195548 h 341090"/>
              <a:gd name="connsiteX36" fmla="*/ 74771 w 236029"/>
              <a:gd name="connsiteY36" fmla="*/ 337471 h 341090"/>
              <a:gd name="connsiteX37" fmla="*/ 74581 w 236029"/>
              <a:gd name="connsiteY37" fmla="*/ 338614 h 341090"/>
              <a:gd name="connsiteX38" fmla="*/ 74105 w 236029"/>
              <a:gd name="connsiteY38" fmla="*/ 339662 h 341090"/>
              <a:gd name="connsiteX39" fmla="*/ 73343 w 236029"/>
              <a:gd name="connsiteY39" fmla="*/ 340424 h 341090"/>
              <a:gd name="connsiteX40" fmla="*/ 72295 w 236029"/>
              <a:gd name="connsiteY40" fmla="*/ 340900 h 341090"/>
              <a:gd name="connsiteX41" fmla="*/ 71152 w 236029"/>
              <a:gd name="connsiteY41" fmla="*/ 341090 h 341090"/>
              <a:gd name="connsiteX42" fmla="*/ 3620 w 236029"/>
              <a:gd name="connsiteY42" fmla="*/ 341090 h 341090"/>
              <a:gd name="connsiteX43" fmla="*/ 2477 w 236029"/>
              <a:gd name="connsiteY43" fmla="*/ 340900 h 341090"/>
              <a:gd name="connsiteX44" fmla="*/ 1429 w 236029"/>
              <a:gd name="connsiteY44" fmla="*/ 340424 h 341090"/>
              <a:gd name="connsiteX45" fmla="*/ 667 w 236029"/>
              <a:gd name="connsiteY45" fmla="*/ 339662 h 341090"/>
              <a:gd name="connsiteX46" fmla="*/ 191 w 236029"/>
              <a:gd name="connsiteY46" fmla="*/ 338614 h 341090"/>
              <a:gd name="connsiteX47" fmla="*/ 0 w 236029"/>
              <a:gd name="connsiteY47" fmla="*/ 337471 h 341090"/>
              <a:gd name="connsiteX48" fmla="*/ 0 w 236029"/>
              <a:gd name="connsiteY48" fmla="*/ 3619 h 341090"/>
              <a:gd name="connsiteX49" fmla="*/ 0 w 236029"/>
              <a:gd name="connsiteY49" fmla="*/ 3619 h 341090"/>
              <a:gd name="connsiteX50" fmla="*/ 0 w 236029"/>
              <a:gd name="connsiteY50" fmla="*/ 3619 h 341090"/>
              <a:gd name="connsiteX51" fmla="*/ 7239 w 236029"/>
              <a:gd name="connsiteY51" fmla="*/ 337471 h 341090"/>
              <a:gd name="connsiteX52" fmla="*/ 3620 w 236029"/>
              <a:gd name="connsiteY52" fmla="*/ 333851 h 341090"/>
              <a:gd name="connsiteX53" fmla="*/ 71152 w 236029"/>
              <a:gd name="connsiteY53" fmla="*/ 333851 h 341090"/>
              <a:gd name="connsiteX54" fmla="*/ 67532 w 236029"/>
              <a:gd name="connsiteY54" fmla="*/ 337471 h 341090"/>
              <a:gd name="connsiteX55" fmla="*/ 67532 w 236029"/>
              <a:gd name="connsiteY55" fmla="*/ 195548 h 341090"/>
              <a:gd name="connsiteX56" fmla="*/ 67723 w 236029"/>
              <a:gd name="connsiteY56" fmla="*/ 194405 h 341090"/>
              <a:gd name="connsiteX57" fmla="*/ 68199 w 236029"/>
              <a:gd name="connsiteY57" fmla="*/ 193358 h 341090"/>
              <a:gd name="connsiteX58" fmla="*/ 68961 w 236029"/>
              <a:gd name="connsiteY58" fmla="*/ 192596 h 341090"/>
              <a:gd name="connsiteX59" fmla="*/ 70009 w 236029"/>
              <a:gd name="connsiteY59" fmla="*/ 192119 h 341090"/>
              <a:gd name="connsiteX60" fmla="*/ 71152 w 236029"/>
              <a:gd name="connsiteY60" fmla="*/ 191929 h 341090"/>
              <a:gd name="connsiteX61" fmla="*/ 210503 w 236029"/>
              <a:gd name="connsiteY61" fmla="*/ 191929 h 341090"/>
              <a:gd name="connsiteX62" fmla="*/ 206883 w 236029"/>
              <a:gd name="connsiteY62" fmla="*/ 195548 h 341090"/>
              <a:gd name="connsiteX63" fmla="*/ 206883 w 236029"/>
              <a:gd name="connsiteY63" fmla="*/ 139160 h 341090"/>
              <a:gd name="connsiteX64" fmla="*/ 210503 w 236029"/>
              <a:gd name="connsiteY64" fmla="*/ 142780 h 341090"/>
              <a:gd name="connsiteX65" fmla="*/ 71152 w 236029"/>
              <a:gd name="connsiteY65" fmla="*/ 142780 h 341090"/>
              <a:gd name="connsiteX66" fmla="*/ 70009 w 236029"/>
              <a:gd name="connsiteY66" fmla="*/ 142589 h 341090"/>
              <a:gd name="connsiteX67" fmla="*/ 68961 w 236029"/>
              <a:gd name="connsiteY67" fmla="*/ 142113 h 341090"/>
              <a:gd name="connsiteX68" fmla="*/ 68199 w 236029"/>
              <a:gd name="connsiteY68" fmla="*/ 141351 h 341090"/>
              <a:gd name="connsiteX69" fmla="*/ 67723 w 236029"/>
              <a:gd name="connsiteY69" fmla="*/ 140303 h 341090"/>
              <a:gd name="connsiteX70" fmla="*/ 67532 w 236029"/>
              <a:gd name="connsiteY70" fmla="*/ 139160 h 341090"/>
              <a:gd name="connsiteX71" fmla="*/ 67532 w 236029"/>
              <a:gd name="connsiteY71" fmla="*/ 59912 h 341090"/>
              <a:gd name="connsiteX72" fmla="*/ 67723 w 236029"/>
              <a:gd name="connsiteY72" fmla="*/ 58769 h 341090"/>
              <a:gd name="connsiteX73" fmla="*/ 68199 w 236029"/>
              <a:gd name="connsiteY73" fmla="*/ 57722 h 341090"/>
              <a:gd name="connsiteX74" fmla="*/ 68961 w 236029"/>
              <a:gd name="connsiteY74" fmla="*/ 56960 h 341090"/>
              <a:gd name="connsiteX75" fmla="*/ 70009 w 236029"/>
              <a:gd name="connsiteY75" fmla="*/ 56483 h 341090"/>
              <a:gd name="connsiteX76" fmla="*/ 71152 w 236029"/>
              <a:gd name="connsiteY76" fmla="*/ 56293 h 341090"/>
              <a:gd name="connsiteX77" fmla="*/ 232410 w 236029"/>
              <a:gd name="connsiteY77" fmla="*/ 56293 h 341090"/>
              <a:gd name="connsiteX78" fmla="*/ 228791 w 236029"/>
              <a:gd name="connsiteY78" fmla="*/ 59912 h 341090"/>
              <a:gd name="connsiteX79" fmla="*/ 228791 w 236029"/>
              <a:gd name="connsiteY79" fmla="*/ 3619 h 341090"/>
              <a:gd name="connsiteX80" fmla="*/ 232410 w 236029"/>
              <a:gd name="connsiteY80" fmla="*/ 7239 h 341090"/>
              <a:gd name="connsiteX81" fmla="*/ 3620 w 236029"/>
              <a:gd name="connsiteY81" fmla="*/ 7239 h 341090"/>
              <a:gd name="connsiteX82" fmla="*/ 7239 w 236029"/>
              <a:gd name="connsiteY82" fmla="*/ 3619 h 341090"/>
              <a:gd name="connsiteX83" fmla="*/ 7239 w 236029"/>
              <a:gd name="connsiteY83" fmla="*/ 337471 h 341090"/>
              <a:gd name="connsiteX84" fmla="*/ 7239 w 236029"/>
              <a:gd name="connsiteY84" fmla="*/ 337471 h 341090"/>
              <a:gd name="connsiteX85" fmla="*/ 7239 w 236029"/>
              <a:gd name="connsiteY85" fmla="*/ 337471 h 341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731" h="557">
                <a:moveTo>
                  <a:pt x="0" y="16"/>
                </a:moveTo>
                <a:lnTo>
                  <a:pt x="0" y="14"/>
                </a:lnTo>
                <a:lnTo>
                  <a:pt x="1" y="12"/>
                </a:lnTo>
                <a:lnTo>
                  <a:pt x="2" y="11"/>
                </a:lnTo>
                <a:lnTo>
                  <a:pt x="4" y="10"/>
                </a:lnTo>
                <a:lnTo>
                  <a:pt x="6" y="10"/>
                </a:lnTo>
                <a:lnTo>
                  <a:pt x="366" y="10"/>
                </a:lnTo>
                <a:lnTo>
                  <a:pt x="368" y="10"/>
                </a:lnTo>
                <a:lnTo>
                  <a:pt x="370" y="11"/>
                </a:lnTo>
                <a:lnTo>
                  <a:pt x="371" y="12"/>
                </a:lnTo>
                <a:lnTo>
                  <a:pt x="372" y="14"/>
                </a:lnTo>
                <a:lnTo>
                  <a:pt x="372" y="16"/>
                </a:lnTo>
                <a:lnTo>
                  <a:pt x="372" y="104"/>
                </a:lnTo>
                <a:lnTo>
                  <a:pt x="372" y="106"/>
                </a:lnTo>
                <a:lnTo>
                  <a:pt x="371" y="108"/>
                </a:lnTo>
                <a:lnTo>
                  <a:pt x="370" y="109"/>
                </a:lnTo>
                <a:lnTo>
                  <a:pt x="368" y="110"/>
                </a:lnTo>
                <a:lnTo>
                  <a:pt x="366" y="110"/>
                </a:lnTo>
                <a:lnTo>
                  <a:pt x="112" y="110"/>
                </a:lnTo>
                <a:lnTo>
                  <a:pt x="118" y="104"/>
                </a:lnTo>
                <a:lnTo>
                  <a:pt x="118" y="229"/>
                </a:lnTo>
                <a:lnTo>
                  <a:pt x="112" y="223"/>
                </a:lnTo>
                <a:lnTo>
                  <a:pt x="332" y="223"/>
                </a:lnTo>
                <a:lnTo>
                  <a:pt x="334" y="224"/>
                </a:lnTo>
                <a:lnTo>
                  <a:pt x="335" y="224"/>
                </a:lnTo>
                <a:lnTo>
                  <a:pt x="336" y="226"/>
                </a:lnTo>
                <a:lnTo>
                  <a:pt x="337" y="227"/>
                </a:lnTo>
                <a:lnTo>
                  <a:pt x="337" y="229"/>
                </a:lnTo>
                <a:lnTo>
                  <a:pt x="337" y="318"/>
                </a:lnTo>
                <a:lnTo>
                  <a:pt x="337" y="320"/>
                </a:lnTo>
                <a:lnTo>
                  <a:pt x="336" y="321"/>
                </a:lnTo>
                <a:lnTo>
                  <a:pt x="335" y="323"/>
                </a:lnTo>
                <a:lnTo>
                  <a:pt x="334" y="323"/>
                </a:lnTo>
                <a:lnTo>
                  <a:pt x="332" y="324"/>
                </a:lnTo>
                <a:lnTo>
                  <a:pt x="112" y="324"/>
                </a:lnTo>
                <a:lnTo>
                  <a:pt x="118" y="318"/>
                </a:lnTo>
                <a:lnTo>
                  <a:pt x="118" y="541"/>
                </a:lnTo>
                <a:lnTo>
                  <a:pt x="118" y="543"/>
                </a:lnTo>
                <a:lnTo>
                  <a:pt x="117" y="545"/>
                </a:lnTo>
                <a:lnTo>
                  <a:pt x="116" y="546"/>
                </a:lnTo>
                <a:lnTo>
                  <a:pt x="114" y="547"/>
                </a:lnTo>
                <a:lnTo>
                  <a:pt x="112" y="547"/>
                </a:lnTo>
                <a:lnTo>
                  <a:pt x="6" y="547"/>
                </a:lnTo>
                <a:lnTo>
                  <a:pt x="4" y="547"/>
                </a:lnTo>
                <a:lnTo>
                  <a:pt x="2" y="546"/>
                </a:lnTo>
                <a:lnTo>
                  <a:pt x="1" y="545"/>
                </a:lnTo>
                <a:lnTo>
                  <a:pt x="0" y="543"/>
                </a:lnTo>
                <a:lnTo>
                  <a:pt x="0" y="541"/>
                </a:lnTo>
                <a:lnTo>
                  <a:pt x="0" y="16"/>
                </a:lnTo>
                <a:close/>
                <a:moveTo>
                  <a:pt x="11" y="541"/>
                </a:moveTo>
                <a:lnTo>
                  <a:pt x="6" y="536"/>
                </a:lnTo>
                <a:lnTo>
                  <a:pt x="112" y="536"/>
                </a:lnTo>
                <a:lnTo>
                  <a:pt x="106" y="541"/>
                </a:lnTo>
                <a:lnTo>
                  <a:pt x="106" y="318"/>
                </a:lnTo>
                <a:lnTo>
                  <a:pt x="107" y="316"/>
                </a:lnTo>
                <a:lnTo>
                  <a:pt x="107" y="314"/>
                </a:lnTo>
                <a:lnTo>
                  <a:pt x="109" y="313"/>
                </a:lnTo>
                <a:lnTo>
                  <a:pt x="110" y="312"/>
                </a:lnTo>
                <a:lnTo>
                  <a:pt x="112" y="312"/>
                </a:lnTo>
                <a:lnTo>
                  <a:pt x="332" y="312"/>
                </a:lnTo>
                <a:lnTo>
                  <a:pt x="326" y="318"/>
                </a:lnTo>
                <a:lnTo>
                  <a:pt x="326" y="229"/>
                </a:lnTo>
                <a:lnTo>
                  <a:pt x="332" y="235"/>
                </a:lnTo>
                <a:lnTo>
                  <a:pt x="112" y="235"/>
                </a:lnTo>
                <a:lnTo>
                  <a:pt x="110" y="234"/>
                </a:lnTo>
                <a:lnTo>
                  <a:pt x="109" y="234"/>
                </a:lnTo>
                <a:lnTo>
                  <a:pt x="107" y="233"/>
                </a:lnTo>
                <a:lnTo>
                  <a:pt x="107" y="231"/>
                </a:lnTo>
                <a:lnTo>
                  <a:pt x="106" y="229"/>
                </a:lnTo>
                <a:lnTo>
                  <a:pt x="106" y="104"/>
                </a:lnTo>
                <a:lnTo>
                  <a:pt x="107" y="103"/>
                </a:lnTo>
                <a:lnTo>
                  <a:pt x="107" y="101"/>
                </a:lnTo>
                <a:lnTo>
                  <a:pt x="109" y="100"/>
                </a:lnTo>
                <a:lnTo>
                  <a:pt x="110" y="99"/>
                </a:lnTo>
                <a:lnTo>
                  <a:pt x="112" y="99"/>
                </a:lnTo>
                <a:lnTo>
                  <a:pt x="366" y="99"/>
                </a:lnTo>
                <a:lnTo>
                  <a:pt x="361" y="104"/>
                </a:lnTo>
                <a:lnTo>
                  <a:pt x="361" y="16"/>
                </a:lnTo>
                <a:lnTo>
                  <a:pt x="366" y="21"/>
                </a:lnTo>
                <a:lnTo>
                  <a:pt x="6" y="21"/>
                </a:lnTo>
                <a:lnTo>
                  <a:pt x="11" y="16"/>
                </a:lnTo>
                <a:lnTo>
                  <a:pt x="11" y="541"/>
                </a:lnTo>
                <a:close/>
                <a:moveTo>
                  <a:pt x="591" y="10"/>
                </a:moveTo>
                <a:lnTo>
                  <a:pt x="593" y="10"/>
                </a:lnTo>
                <a:lnTo>
                  <a:pt x="595" y="11"/>
                </a:lnTo>
                <a:lnTo>
                  <a:pt x="596" y="12"/>
                </a:lnTo>
                <a:lnTo>
                  <a:pt x="597" y="14"/>
                </a:lnTo>
                <a:lnTo>
                  <a:pt x="597" y="16"/>
                </a:lnTo>
                <a:lnTo>
                  <a:pt x="597" y="301"/>
                </a:lnTo>
                <a:lnTo>
                  <a:pt x="597" y="332"/>
                </a:lnTo>
                <a:lnTo>
                  <a:pt x="597" y="332"/>
                </a:lnTo>
                <a:lnTo>
                  <a:pt x="598" y="357"/>
                </a:lnTo>
                <a:lnTo>
                  <a:pt x="598" y="356"/>
                </a:lnTo>
                <a:lnTo>
                  <a:pt x="599" y="376"/>
                </a:lnTo>
                <a:lnTo>
                  <a:pt x="599" y="375"/>
                </a:lnTo>
                <a:lnTo>
                  <a:pt x="601" y="388"/>
                </a:lnTo>
                <a:lnTo>
                  <a:pt x="601" y="388"/>
                </a:lnTo>
                <a:lnTo>
                  <a:pt x="603" y="395"/>
                </a:lnTo>
                <a:lnTo>
                  <a:pt x="602" y="395"/>
                </a:lnTo>
                <a:lnTo>
                  <a:pt x="605" y="403"/>
                </a:lnTo>
                <a:lnTo>
                  <a:pt x="605" y="402"/>
                </a:lnTo>
                <a:lnTo>
                  <a:pt x="608" y="409"/>
                </a:lnTo>
                <a:lnTo>
                  <a:pt x="608" y="409"/>
                </a:lnTo>
                <a:lnTo>
                  <a:pt x="611" y="415"/>
                </a:lnTo>
                <a:lnTo>
                  <a:pt x="611" y="415"/>
                </a:lnTo>
                <a:lnTo>
                  <a:pt x="615" y="421"/>
                </a:lnTo>
                <a:lnTo>
                  <a:pt x="615" y="421"/>
                </a:lnTo>
                <a:lnTo>
                  <a:pt x="620" y="427"/>
                </a:lnTo>
                <a:lnTo>
                  <a:pt x="620" y="426"/>
                </a:lnTo>
                <a:lnTo>
                  <a:pt x="625" y="432"/>
                </a:lnTo>
                <a:lnTo>
                  <a:pt x="625" y="431"/>
                </a:lnTo>
                <a:lnTo>
                  <a:pt x="631" y="437"/>
                </a:lnTo>
                <a:lnTo>
                  <a:pt x="631" y="436"/>
                </a:lnTo>
                <a:lnTo>
                  <a:pt x="637" y="441"/>
                </a:lnTo>
                <a:lnTo>
                  <a:pt x="637" y="441"/>
                </a:lnTo>
                <a:lnTo>
                  <a:pt x="644" y="445"/>
                </a:lnTo>
                <a:lnTo>
                  <a:pt x="644" y="444"/>
                </a:lnTo>
                <a:lnTo>
                  <a:pt x="651" y="448"/>
                </a:lnTo>
                <a:lnTo>
                  <a:pt x="651" y="448"/>
                </a:lnTo>
                <a:lnTo>
                  <a:pt x="659" y="450"/>
                </a:lnTo>
                <a:lnTo>
                  <a:pt x="659" y="450"/>
                </a:lnTo>
                <a:lnTo>
                  <a:pt x="668" y="452"/>
                </a:lnTo>
                <a:lnTo>
                  <a:pt x="667" y="452"/>
                </a:lnTo>
                <a:lnTo>
                  <a:pt x="677" y="453"/>
                </a:lnTo>
                <a:lnTo>
                  <a:pt x="677" y="453"/>
                </a:lnTo>
                <a:lnTo>
                  <a:pt x="687" y="454"/>
                </a:lnTo>
                <a:lnTo>
                  <a:pt x="686" y="454"/>
                </a:lnTo>
                <a:lnTo>
                  <a:pt x="697" y="455"/>
                </a:lnTo>
                <a:lnTo>
                  <a:pt x="697" y="455"/>
                </a:lnTo>
                <a:lnTo>
                  <a:pt x="708" y="454"/>
                </a:lnTo>
                <a:lnTo>
                  <a:pt x="708" y="454"/>
                </a:lnTo>
                <a:lnTo>
                  <a:pt x="718" y="453"/>
                </a:lnTo>
                <a:lnTo>
                  <a:pt x="717" y="453"/>
                </a:lnTo>
                <a:lnTo>
                  <a:pt x="727" y="452"/>
                </a:lnTo>
                <a:lnTo>
                  <a:pt x="726" y="452"/>
                </a:lnTo>
                <a:lnTo>
                  <a:pt x="735" y="450"/>
                </a:lnTo>
                <a:lnTo>
                  <a:pt x="735" y="450"/>
                </a:lnTo>
                <a:lnTo>
                  <a:pt x="743" y="448"/>
                </a:lnTo>
                <a:lnTo>
                  <a:pt x="742" y="448"/>
                </a:lnTo>
                <a:lnTo>
                  <a:pt x="750" y="445"/>
                </a:lnTo>
                <a:lnTo>
                  <a:pt x="749" y="445"/>
                </a:lnTo>
                <a:lnTo>
                  <a:pt x="756" y="441"/>
                </a:lnTo>
                <a:lnTo>
                  <a:pt x="755" y="442"/>
                </a:lnTo>
                <a:lnTo>
                  <a:pt x="761" y="437"/>
                </a:lnTo>
                <a:lnTo>
                  <a:pt x="761" y="437"/>
                </a:lnTo>
                <a:lnTo>
                  <a:pt x="766" y="433"/>
                </a:lnTo>
                <a:lnTo>
                  <a:pt x="766" y="433"/>
                </a:lnTo>
                <a:lnTo>
                  <a:pt x="771" y="428"/>
                </a:lnTo>
                <a:lnTo>
                  <a:pt x="771" y="428"/>
                </a:lnTo>
                <a:lnTo>
                  <a:pt x="775" y="423"/>
                </a:lnTo>
                <a:lnTo>
                  <a:pt x="775" y="424"/>
                </a:lnTo>
                <a:lnTo>
                  <a:pt x="778" y="418"/>
                </a:lnTo>
                <a:lnTo>
                  <a:pt x="778" y="418"/>
                </a:lnTo>
                <a:lnTo>
                  <a:pt x="781" y="413"/>
                </a:lnTo>
                <a:lnTo>
                  <a:pt x="781" y="413"/>
                </a:lnTo>
                <a:lnTo>
                  <a:pt x="783" y="407"/>
                </a:lnTo>
                <a:lnTo>
                  <a:pt x="783" y="407"/>
                </a:lnTo>
                <a:lnTo>
                  <a:pt x="785" y="401"/>
                </a:lnTo>
                <a:lnTo>
                  <a:pt x="785" y="401"/>
                </a:lnTo>
                <a:lnTo>
                  <a:pt x="787" y="395"/>
                </a:lnTo>
                <a:lnTo>
                  <a:pt x="786" y="395"/>
                </a:lnTo>
                <a:lnTo>
                  <a:pt x="789" y="380"/>
                </a:lnTo>
                <a:lnTo>
                  <a:pt x="789" y="380"/>
                </a:lnTo>
                <a:lnTo>
                  <a:pt x="790" y="360"/>
                </a:lnTo>
                <a:lnTo>
                  <a:pt x="790" y="360"/>
                </a:lnTo>
                <a:lnTo>
                  <a:pt x="791" y="335"/>
                </a:lnTo>
                <a:lnTo>
                  <a:pt x="791" y="335"/>
                </a:lnTo>
                <a:lnTo>
                  <a:pt x="791" y="306"/>
                </a:lnTo>
                <a:lnTo>
                  <a:pt x="791" y="16"/>
                </a:lnTo>
                <a:lnTo>
                  <a:pt x="792" y="14"/>
                </a:lnTo>
                <a:lnTo>
                  <a:pt x="792" y="12"/>
                </a:lnTo>
                <a:lnTo>
                  <a:pt x="794" y="11"/>
                </a:lnTo>
                <a:lnTo>
                  <a:pt x="795" y="10"/>
                </a:lnTo>
                <a:lnTo>
                  <a:pt x="797" y="10"/>
                </a:lnTo>
                <a:lnTo>
                  <a:pt x="903" y="10"/>
                </a:lnTo>
                <a:lnTo>
                  <a:pt x="905" y="10"/>
                </a:lnTo>
                <a:lnTo>
                  <a:pt x="907" y="11"/>
                </a:lnTo>
                <a:lnTo>
                  <a:pt x="908" y="12"/>
                </a:lnTo>
                <a:lnTo>
                  <a:pt x="909" y="14"/>
                </a:lnTo>
                <a:lnTo>
                  <a:pt x="909" y="16"/>
                </a:lnTo>
                <a:lnTo>
                  <a:pt x="909" y="293"/>
                </a:lnTo>
                <a:lnTo>
                  <a:pt x="908" y="337"/>
                </a:lnTo>
                <a:lnTo>
                  <a:pt x="908" y="337"/>
                </a:lnTo>
                <a:lnTo>
                  <a:pt x="908" y="356"/>
                </a:lnTo>
                <a:lnTo>
                  <a:pt x="908" y="356"/>
                </a:lnTo>
                <a:lnTo>
                  <a:pt x="907" y="374"/>
                </a:lnTo>
                <a:lnTo>
                  <a:pt x="907" y="374"/>
                </a:lnTo>
                <a:lnTo>
                  <a:pt x="906" y="390"/>
                </a:lnTo>
                <a:lnTo>
                  <a:pt x="906" y="390"/>
                </a:lnTo>
                <a:lnTo>
                  <a:pt x="904" y="404"/>
                </a:lnTo>
                <a:lnTo>
                  <a:pt x="904" y="404"/>
                </a:lnTo>
                <a:lnTo>
                  <a:pt x="902" y="417"/>
                </a:lnTo>
                <a:lnTo>
                  <a:pt x="902" y="417"/>
                </a:lnTo>
                <a:lnTo>
                  <a:pt x="900" y="428"/>
                </a:lnTo>
                <a:lnTo>
                  <a:pt x="900" y="428"/>
                </a:lnTo>
                <a:lnTo>
                  <a:pt x="898" y="437"/>
                </a:lnTo>
                <a:lnTo>
                  <a:pt x="898" y="438"/>
                </a:lnTo>
                <a:lnTo>
                  <a:pt x="895" y="447"/>
                </a:lnTo>
                <a:lnTo>
                  <a:pt x="895" y="447"/>
                </a:lnTo>
                <a:lnTo>
                  <a:pt x="892" y="456"/>
                </a:lnTo>
                <a:lnTo>
                  <a:pt x="891" y="456"/>
                </a:lnTo>
                <a:lnTo>
                  <a:pt x="888" y="465"/>
                </a:lnTo>
                <a:lnTo>
                  <a:pt x="888" y="465"/>
                </a:lnTo>
                <a:lnTo>
                  <a:pt x="883" y="473"/>
                </a:lnTo>
                <a:lnTo>
                  <a:pt x="883" y="473"/>
                </a:lnTo>
                <a:lnTo>
                  <a:pt x="879" y="481"/>
                </a:lnTo>
                <a:lnTo>
                  <a:pt x="878" y="481"/>
                </a:lnTo>
                <a:lnTo>
                  <a:pt x="873" y="489"/>
                </a:lnTo>
                <a:lnTo>
                  <a:pt x="873" y="489"/>
                </a:lnTo>
                <a:lnTo>
                  <a:pt x="867" y="496"/>
                </a:lnTo>
                <a:lnTo>
                  <a:pt x="867" y="496"/>
                </a:lnTo>
                <a:lnTo>
                  <a:pt x="861" y="503"/>
                </a:lnTo>
                <a:lnTo>
                  <a:pt x="861" y="503"/>
                </a:lnTo>
                <a:lnTo>
                  <a:pt x="854" y="509"/>
                </a:lnTo>
                <a:lnTo>
                  <a:pt x="854" y="510"/>
                </a:lnTo>
                <a:lnTo>
                  <a:pt x="847" y="515"/>
                </a:lnTo>
                <a:lnTo>
                  <a:pt x="847" y="516"/>
                </a:lnTo>
                <a:lnTo>
                  <a:pt x="839" y="521"/>
                </a:lnTo>
                <a:lnTo>
                  <a:pt x="839" y="521"/>
                </a:lnTo>
                <a:lnTo>
                  <a:pt x="831" y="527"/>
                </a:lnTo>
                <a:lnTo>
                  <a:pt x="831" y="527"/>
                </a:lnTo>
                <a:lnTo>
                  <a:pt x="822" y="532"/>
                </a:lnTo>
                <a:lnTo>
                  <a:pt x="822" y="532"/>
                </a:lnTo>
                <a:lnTo>
                  <a:pt x="813" y="536"/>
                </a:lnTo>
                <a:lnTo>
                  <a:pt x="813" y="536"/>
                </a:lnTo>
                <a:lnTo>
                  <a:pt x="803" y="541"/>
                </a:lnTo>
                <a:lnTo>
                  <a:pt x="803" y="541"/>
                </a:lnTo>
                <a:lnTo>
                  <a:pt x="793" y="544"/>
                </a:lnTo>
                <a:lnTo>
                  <a:pt x="793" y="545"/>
                </a:lnTo>
                <a:lnTo>
                  <a:pt x="782" y="548"/>
                </a:lnTo>
                <a:lnTo>
                  <a:pt x="782" y="548"/>
                </a:lnTo>
                <a:lnTo>
                  <a:pt x="770" y="551"/>
                </a:lnTo>
                <a:lnTo>
                  <a:pt x="770" y="551"/>
                </a:lnTo>
                <a:lnTo>
                  <a:pt x="757" y="553"/>
                </a:lnTo>
                <a:lnTo>
                  <a:pt x="757" y="553"/>
                </a:lnTo>
                <a:lnTo>
                  <a:pt x="744" y="555"/>
                </a:lnTo>
                <a:lnTo>
                  <a:pt x="744" y="555"/>
                </a:lnTo>
                <a:lnTo>
                  <a:pt x="730" y="556"/>
                </a:lnTo>
                <a:lnTo>
                  <a:pt x="730" y="556"/>
                </a:lnTo>
                <a:lnTo>
                  <a:pt x="716" y="557"/>
                </a:lnTo>
                <a:lnTo>
                  <a:pt x="715" y="557"/>
                </a:lnTo>
                <a:lnTo>
                  <a:pt x="700" y="557"/>
                </a:lnTo>
                <a:lnTo>
                  <a:pt x="700" y="557"/>
                </a:lnTo>
                <a:lnTo>
                  <a:pt x="682" y="557"/>
                </a:lnTo>
                <a:lnTo>
                  <a:pt x="682" y="557"/>
                </a:lnTo>
                <a:lnTo>
                  <a:pt x="665" y="556"/>
                </a:lnTo>
                <a:lnTo>
                  <a:pt x="665" y="556"/>
                </a:lnTo>
                <a:lnTo>
                  <a:pt x="649" y="555"/>
                </a:lnTo>
                <a:lnTo>
                  <a:pt x="648" y="555"/>
                </a:lnTo>
                <a:lnTo>
                  <a:pt x="633" y="553"/>
                </a:lnTo>
                <a:lnTo>
                  <a:pt x="633" y="553"/>
                </a:lnTo>
                <a:lnTo>
                  <a:pt x="620" y="550"/>
                </a:lnTo>
                <a:lnTo>
                  <a:pt x="619" y="550"/>
                </a:lnTo>
                <a:lnTo>
                  <a:pt x="607" y="547"/>
                </a:lnTo>
                <a:lnTo>
                  <a:pt x="606" y="547"/>
                </a:lnTo>
                <a:lnTo>
                  <a:pt x="595" y="544"/>
                </a:lnTo>
                <a:lnTo>
                  <a:pt x="594" y="543"/>
                </a:lnTo>
                <a:lnTo>
                  <a:pt x="584" y="539"/>
                </a:lnTo>
                <a:lnTo>
                  <a:pt x="584" y="539"/>
                </a:lnTo>
                <a:lnTo>
                  <a:pt x="575" y="535"/>
                </a:lnTo>
                <a:lnTo>
                  <a:pt x="574" y="535"/>
                </a:lnTo>
                <a:lnTo>
                  <a:pt x="565" y="530"/>
                </a:lnTo>
                <a:lnTo>
                  <a:pt x="565" y="530"/>
                </a:lnTo>
                <a:lnTo>
                  <a:pt x="557" y="524"/>
                </a:lnTo>
                <a:lnTo>
                  <a:pt x="556" y="524"/>
                </a:lnTo>
                <a:lnTo>
                  <a:pt x="548" y="519"/>
                </a:lnTo>
                <a:lnTo>
                  <a:pt x="548" y="519"/>
                </a:lnTo>
                <a:lnTo>
                  <a:pt x="541" y="513"/>
                </a:lnTo>
                <a:lnTo>
                  <a:pt x="540" y="512"/>
                </a:lnTo>
                <a:lnTo>
                  <a:pt x="533" y="506"/>
                </a:lnTo>
                <a:lnTo>
                  <a:pt x="533" y="506"/>
                </a:lnTo>
                <a:lnTo>
                  <a:pt x="527" y="500"/>
                </a:lnTo>
                <a:lnTo>
                  <a:pt x="526" y="499"/>
                </a:lnTo>
                <a:lnTo>
                  <a:pt x="521" y="493"/>
                </a:lnTo>
                <a:lnTo>
                  <a:pt x="520" y="492"/>
                </a:lnTo>
                <a:lnTo>
                  <a:pt x="515" y="485"/>
                </a:lnTo>
                <a:lnTo>
                  <a:pt x="515" y="485"/>
                </a:lnTo>
                <a:lnTo>
                  <a:pt x="510" y="478"/>
                </a:lnTo>
                <a:lnTo>
                  <a:pt x="510" y="478"/>
                </a:lnTo>
                <a:lnTo>
                  <a:pt x="505" y="470"/>
                </a:lnTo>
                <a:lnTo>
                  <a:pt x="505" y="470"/>
                </a:lnTo>
                <a:lnTo>
                  <a:pt x="501" y="463"/>
                </a:lnTo>
                <a:lnTo>
                  <a:pt x="501" y="463"/>
                </a:lnTo>
                <a:lnTo>
                  <a:pt x="498" y="455"/>
                </a:lnTo>
                <a:lnTo>
                  <a:pt x="497" y="455"/>
                </a:lnTo>
                <a:lnTo>
                  <a:pt x="494" y="448"/>
                </a:lnTo>
                <a:lnTo>
                  <a:pt x="494" y="447"/>
                </a:lnTo>
                <a:lnTo>
                  <a:pt x="492" y="440"/>
                </a:lnTo>
                <a:lnTo>
                  <a:pt x="492" y="439"/>
                </a:lnTo>
                <a:lnTo>
                  <a:pt x="489" y="432"/>
                </a:lnTo>
                <a:lnTo>
                  <a:pt x="489" y="431"/>
                </a:lnTo>
                <a:lnTo>
                  <a:pt x="487" y="419"/>
                </a:lnTo>
                <a:lnTo>
                  <a:pt x="487" y="419"/>
                </a:lnTo>
                <a:lnTo>
                  <a:pt x="485" y="406"/>
                </a:lnTo>
                <a:lnTo>
                  <a:pt x="485" y="406"/>
                </a:lnTo>
                <a:lnTo>
                  <a:pt x="483" y="391"/>
                </a:lnTo>
                <a:lnTo>
                  <a:pt x="483" y="391"/>
                </a:lnTo>
                <a:lnTo>
                  <a:pt x="482" y="375"/>
                </a:lnTo>
                <a:lnTo>
                  <a:pt x="482" y="375"/>
                </a:lnTo>
                <a:lnTo>
                  <a:pt x="480" y="357"/>
                </a:lnTo>
                <a:lnTo>
                  <a:pt x="480" y="357"/>
                </a:lnTo>
                <a:lnTo>
                  <a:pt x="480" y="338"/>
                </a:lnTo>
                <a:lnTo>
                  <a:pt x="480" y="338"/>
                </a:lnTo>
                <a:lnTo>
                  <a:pt x="479" y="318"/>
                </a:lnTo>
                <a:lnTo>
                  <a:pt x="479" y="318"/>
                </a:lnTo>
                <a:lnTo>
                  <a:pt x="479" y="296"/>
                </a:lnTo>
                <a:lnTo>
                  <a:pt x="479" y="16"/>
                </a:lnTo>
                <a:lnTo>
                  <a:pt x="479" y="14"/>
                </a:lnTo>
                <a:lnTo>
                  <a:pt x="480" y="12"/>
                </a:lnTo>
                <a:lnTo>
                  <a:pt x="481" y="11"/>
                </a:lnTo>
                <a:lnTo>
                  <a:pt x="483" y="10"/>
                </a:lnTo>
                <a:lnTo>
                  <a:pt x="485" y="10"/>
                </a:lnTo>
                <a:lnTo>
                  <a:pt x="591" y="10"/>
                </a:lnTo>
                <a:lnTo>
                  <a:pt x="591" y="10"/>
                </a:lnTo>
                <a:close/>
                <a:moveTo>
                  <a:pt x="485" y="22"/>
                </a:moveTo>
                <a:lnTo>
                  <a:pt x="491" y="16"/>
                </a:lnTo>
                <a:lnTo>
                  <a:pt x="491" y="297"/>
                </a:lnTo>
                <a:lnTo>
                  <a:pt x="491" y="318"/>
                </a:lnTo>
                <a:lnTo>
                  <a:pt x="491" y="318"/>
                </a:lnTo>
                <a:lnTo>
                  <a:pt x="491" y="338"/>
                </a:lnTo>
                <a:lnTo>
                  <a:pt x="491" y="338"/>
                </a:lnTo>
                <a:lnTo>
                  <a:pt x="492" y="357"/>
                </a:lnTo>
                <a:lnTo>
                  <a:pt x="492" y="357"/>
                </a:lnTo>
                <a:lnTo>
                  <a:pt x="493" y="374"/>
                </a:lnTo>
                <a:lnTo>
                  <a:pt x="493" y="374"/>
                </a:lnTo>
                <a:lnTo>
                  <a:pt x="495" y="390"/>
                </a:lnTo>
                <a:lnTo>
                  <a:pt x="495" y="390"/>
                </a:lnTo>
                <a:lnTo>
                  <a:pt x="496" y="404"/>
                </a:lnTo>
                <a:lnTo>
                  <a:pt x="496" y="404"/>
                </a:lnTo>
                <a:lnTo>
                  <a:pt x="498" y="418"/>
                </a:lnTo>
                <a:lnTo>
                  <a:pt x="498" y="417"/>
                </a:lnTo>
                <a:lnTo>
                  <a:pt x="501" y="429"/>
                </a:lnTo>
                <a:lnTo>
                  <a:pt x="501" y="429"/>
                </a:lnTo>
                <a:lnTo>
                  <a:pt x="503" y="437"/>
                </a:lnTo>
                <a:lnTo>
                  <a:pt x="503" y="436"/>
                </a:lnTo>
                <a:lnTo>
                  <a:pt x="505" y="444"/>
                </a:lnTo>
                <a:lnTo>
                  <a:pt x="505" y="444"/>
                </a:lnTo>
                <a:lnTo>
                  <a:pt x="508" y="451"/>
                </a:lnTo>
                <a:lnTo>
                  <a:pt x="508" y="451"/>
                </a:lnTo>
                <a:lnTo>
                  <a:pt x="511" y="458"/>
                </a:lnTo>
                <a:lnTo>
                  <a:pt x="511" y="458"/>
                </a:lnTo>
                <a:lnTo>
                  <a:pt x="515" y="465"/>
                </a:lnTo>
                <a:lnTo>
                  <a:pt x="515" y="465"/>
                </a:lnTo>
                <a:lnTo>
                  <a:pt x="519" y="472"/>
                </a:lnTo>
                <a:lnTo>
                  <a:pt x="519" y="472"/>
                </a:lnTo>
                <a:lnTo>
                  <a:pt x="524" y="479"/>
                </a:lnTo>
                <a:lnTo>
                  <a:pt x="524" y="478"/>
                </a:lnTo>
                <a:lnTo>
                  <a:pt x="530" y="485"/>
                </a:lnTo>
                <a:lnTo>
                  <a:pt x="529" y="485"/>
                </a:lnTo>
                <a:lnTo>
                  <a:pt x="535" y="492"/>
                </a:lnTo>
                <a:lnTo>
                  <a:pt x="535" y="491"/>
                </a:lnTo>
                <a:lnTo>
                  <a:pt x="541" y="498"/>
                </a:lnTo>
                <a:lnTo>
                  <a:pt x="541" y="498"/>
                </a:lnTo>
                <a:lnTo>
                  <a:pt x="548" y="504"/>
                </a:lnTo>
                <a:lnTo>
                  <a:pt x="548" y="503"/>
                </a:lnTo>
                <a:lnTo>
                  <a:pt x="555" y="509"/>
                </a:lnTo>
                <a:lnTo>
                  <a:pt x="555" y="509"/>
                </a:lnTo>
                <a:lnTo>
                  <a:pt x="563" y="515"/>
                </a:lnTo>
                <a:lnTo>
                  <a:pt x="562" y="515"/>
                </a:lnTo>
                <a:lnTo>
                  <a:pt x="571" y="520"/>
                </a:lnTo>
                <a:lnTo>
                  <a:pt x="570" y="520"/>
                </a:lnTo>
                <a:lnTo>
                  <a:pt x="579" y="524"/>
                </a:lnTo>
                <a:lnTo>
                  <a:pt x="579" y="524"/>
                </a:lnTo>
                <a:lnTo>
                  <a:pt x="589" y="529"/>
                </a:lnTo>
                <a:lnTo>
                  <a:pt x="588" y="529"/>
                </a:lnTo>
                <a:lnTo>
                  <a:pt x="599" y="533"/>
                </a:lnTo>
                <a:lnTo>
                  <a:pt x="598" y="532"/>
                </a:lnTo>
                <a:lnTo>
                  <a:pt x="609" y="536"/>
                </a:lnTo>
                <a:lnTo>
                  <a:pt x="609" y="536"/>
                </a:lnTo>
                <a:lnTo>
                  <a:pt x="622" y="539"/>
                </a:lnTo>
                <a:lnTo>
                  <a:pt x="621" y="539"/>
                </a:lnTo>
                <a:lnTo>
                  <a:pt x="635" y="541"/>
                </a:lnTo>
                <a:lnTo>
                  <a:pt x="635" y="541"/>
                </a:lnTo>
                <a:lnTo>
                  <a:pt x="650" y="543"/>
                </a:lnTo>
                <a:lnTo>
                  <a:pt x="649" y="543"/>
                </a:lnTo>
                <a:lnTo>
                  <a:pt x="665" y="545"/>
                </a:lnTo>
                <a:lnTo>
                  <a:pt x="665" y="545"/>
                </a:lnTo>
                <a:lnTo>
                  <a:pt x="682" y="545"/>
                </a:lnTo>
                <a:lnTo>
                  <a:pt x="682" y="545"/>
                </a:lnTo>
                <a:lnTo>
                  <a:pt x="700" y="546"/>
                </a:lnTo>
                <a:lnTo>
                  <a:pt x="700" y="546"/>
                </a:lnTo>
                <a:lnTo>
                  <a:pt x="715" y="545"/>
                </a:lnTo>
                <a:lnTo>
                  <a:pt x="715" y="545"/>
                </a:lnTo>
                <a:lnTo>
                  <a:pt x="729" y="545"/>
                </a:lnTo>
                <a:lnTo>
                  <a:pt x="729" y="545"/>
                </a:lnTo>
                <a:lnTo>
                  <a:pt x="743" y="543"/>
                </a:lnTo>
                <a:lnTo>
                  <a:pt x="743" y="543"/>
                </a:lnTo>
                <a:lnTo>
                  <a:pt x="756" y="542"/>
                </a:lnTo>
                <a:lnTo>
                  <a:pt x="755" y="542"/>
                </a:lnTo>
                <a:lnTo>
                  <a:pt x="768" y="539"/>
                </a:lnTo>
                <a:lnTo>
                  <a:pt x="767" y="539"/>
                </a:lnTo>
                <a:lnTo>
                  <a:pt x="779" y="537"/>
                </a:lnTo>
                <a:lnTo>
                  <a:pt x="779" y="537"/>
                </a:lnTo>
                <a:lnTo>
                  <a:pt x="789" y="533"/>
                </a:lnTo>
                <a:lnTo>
                  <a:pt x="789" y="534"/>
                </a:lnTo>
                <a:lnTo>
                  <a:pt x="799" y="530"/>
                </a:lnTo>
                <a:lnTo>
                  <a:pt x="799" y="530"/>
                </a:lnTo>
                <a:lnTo>
                  <a:pt x="808" y="526"/>
                </a:lnTo>
                <a:lnTo>
                  <a:pt x="808" y="526"/>
                </a:lnTo>
                <a:lnTo>
                  <a:pt x="817" y="521"/>
                </a:lnTo>
                <a:lnTo>
                  <a:pt x="817" y="522"/>
                </a:lnTo>
                <a:lnTo>
                  <a:pt x="825" y="517"/>
                </a:lnTo>
                <a:lnTo>
                  <a:pt x="825" y="517"/>
                </a:lnTo>
                <a:lnTo>
                  <a:pt x="833" y="512"/>
                </a:lnTo>
                <a:lnTo>
                  <a:pt x="833" y="512"/>
                </a:lnTo>
                <a:lnTo>
                  <a:pt x="840" y="506"/>
                </a:lnTo>
                <a:lnTo>
                  <a:pt x="840" y="506"/>
                </a:lnTo>
                <a:lnTo>
                  <a:pt x="847" y="501"/>
                </a:lnTo>
                <a:lnTo>
                  <a:pt x="846" y="501"/>
                </a:lnTo>
                <a:lnTo>
                  <a:pt x="853" y="495"/>
                </a:lnTo>
                <a:lnTo>
                  <a:pt x="853" y="495"/>
                </a:lnTo>
                <a:lnTo>
                  <a:pt x="859" y="489"/>
                </a:lnTo>
                <a:lnTo>
                  <a:pt x="858" y="489"/>
                </a:lnTo>
                <a:lnTo>
                  <a:pt x="864" y="482"/>
                </a:lnTo>
                <a:lnTo>
                  <a:pt x="864" y="482"/>
                </a:lnTo>
                <a:lnTo>
                  <a:pt x="869" y="475"/>
                </a:lnTo>
                <a:lnTo>
                  <a:pt x="869" y="475"/>
                </a:lnTo>
                <a:lnTo>
                  <a:pt x="873" y="468"/>
                </a:lnTo>
                <a:lnTo>
                  <a:pt x="873" y="468"/>
                </a:lnTo>
                <a:lnTo>
                  <a:pt x="877" y="460"/>
                </a:lnTo>
                <a:lnTo>
                  <a:pt x="877" y="460"/>
                </a:lnTo>
                <a:lnTo>
                  <a:pt x="881" y="452"/>
                </a:lnTo>
                <a:lnTo>
                  <a:pt x="881" y="452"/>
                </a:lnTo>
                <a:lnTo>
                  <a:pt x="884" y="443"/>
                </a:lnTo>
                <a:lnTo>
                  <a:pt x="884" y="444"/>
                </a:lnTo>
                <a:lnTo>
                  <a:pt x="887" y="434"/>
                </a:lnTo>
                <a:lnTo>
                  <a:pt x="887" y="435"/>
                </a:lnTo>
                <a:lnTo>
                  <a:pt x="889" y="425"/>
                </a:lnTo>
                <a:lnTo>
                  <a:pt x="889" y="425"/>
                </a:lnTo>
                <a:lnTo>
                  <a:pt x="891" y="415"/>
                </a:lnTo>
                <a:lnTo>
                  <a:pt x="891" y="415"/>
                </a:lnTo>
                <a:lnTo>
                  <a:pt x="893" y="403"/>
                </a:lnTo>
                <a:lnTo>
                  <a:pt x="893" y="403"/>
                </a:lnTo>
                <a:lnTo>
                  <a:pt x="894" y="389"/>
                </a:lnTo>
                <a:lnTo>
                  <a:pt x="894" y="389"/>
                </a:lnTo>
                <a:lnTo>
                  <a:pt x="895" y="373"/>
                </a:lnTo>
                <a:lnTo>
                  <a:pt x="895" y="373"/>
                </a:lnTo>
                <a:lnTo>
                  <a:pt x="896" y="356"/>
                </a:lnTo>
                <a:lnTo>
                  <a:pt x="896" y="356"/>
                </a:lnTo>
                <a:lnTo>
                  <a:pt x="897" y="336"/>
                </a:lnTo>
                <a:lnTo>
                  <a:pt x="897" y="337"/>
                </a:lnTo>
                <a:lnTo>
                  <a:pt x="897" y="293"/>
                </a:lnTo>
                <a:lnTo>
                  <a:pt x="897" y="16"/>
                </a:lnTo>
                <a:lnTo>
                  <a:pt x="903" y="22"/>
                </a:lnTo>
                <a:lnTo>
                  <a:pt x="797" y="22"/>
                </a:lnTo>
                <a:lnTo>
                  <a:pt x="803" y="16"/>
                </a:lnTo>
                <a:lnTo>
                  <a:pt x="803" y="307"/>
                </a:lnTo>
                <a:lnTo>
                  <a:pt x="802" y="336"/>
                </a:lnTo>
                <a:lnTo>
                  <a:pt x="802" y="336"/>
                </a:lnTo>
                <a:lnTo>
                  <a:pt x="801" y="361"/>
                </a:lnTo>
                <a:lnTo>
                  <a:pt x="801" y="361"/>
                </a:lnTo>
                <a:lnTo>
                  <a:pt x="800" y="381"/>
                </a:lnTo>
                <a:lnTo>
                  <a:pt x="800" y="382"/>
                </a:lnTo>
                <a:lnTo>
                  <a:pt x="798" y="397"/>
                </a:lnTo>
                <a:lnTo>
                  <a:pt x="798" y="398"/>
                </a:lnTo>
                <a:lnTo>
                  <a:pt x="796" y="404"/>
                </a:lnTo>
                <a:lnTo>
                  <a:pt x="796" y="405"/>
                </a:lnTo>
                <a:lnTo>
                  <a:pt x="794" y="411"/>
                </a:lnTo>
                <a:lnTo>
                  <a:pt x="794" y="412"/>
                </a:lnTo>
                <a:lnTo>
                  <a:pt x="791" y="418"/>
                </a:lnTo>
                <a:lnTo>
                  <a:pt x="791" y="418"/>
                </a:lnTo>
                <a:lnTo>
                  <a:pt x="788" y="424"/>
                </a:lnTo>
                <a:lnTo>
                  <a:pt x="788" y="425"/>
                </a:lnTo>
                <a:lnTo>
                  <a:pt x="784" y="430"/>
                </a:lnTo>
                <a:lnTo>
                  <a:pt x="784" y="431"/>
                </a:lnTo>
                <a:lnTo>
                  <a:pt x="779" y="436"/>
                </a:lnTo>
                <a:lnTo>
                  <a:pt x="779" y="436"/>
                </a:lnTo>
                <a:lnTo>
                  <a:pt x="774" y="441"/>
                </a:lnTo>
                <a:lnTo>
                  <a:pt x="774" y="441"/>
                </a:lnTo>
                <a:lnTo>
                  <a:pt x="769" y="446"/>
                </a:lnTo>
                <a:lnTo>
                  <a:pt x="768" y="446"/>
                </a:lnTo>
                <a:lnTo>
                  <a:pt x="762" y="451"/>
                </a:lnTo>
                <a:lnTo>
                  <a:pt x="762" y="451"/>
                </a:lnTo>
                <a:lnTo>
                  <a:pt x="755" y="455"/>
                </a:lnTo>
                <a:lnTo>
                  <a:pt x="754" y="455"/>
                </a:lnTo>
                <a:lnTo>
                  <a:pt x="747" y="458"/>
                </a:lnTo>
                <a:lnTo>
                  <a:pt x="746" y="458"/>
                </a:lnTo>
                <a:lnTo>
                  <a:pt x="738" y="461"/>
                </a:lnTo>
                <a:lnTo>
                  <a:pt x="738" y="461"/>
                </a:lnTo>
                <a:lnTo>
                  <a:pt x="729" y="463"/>
                </a:lnTo>
                <a:lnTo>
                  <a:pt x="728" y="463"/>
                </a:lnTo>
                <a:lnTo>
                  <a:pt x="719" y="465"/>
                </a:lnTo>
                <a:lnTo>
                  <a:pt x="719" y="465"/>
                </a:lnTo>
                <a:lnTo>
                  <a:pt x="708" y="466"/>
                </a:lnTo>
                <a:lnTo>
                  <a:pt x="708" y="466"/>
                </a:lnTo>
                <a:lnTo>
                  <a:pt x="697" y="466"/>
                </a:lnTo>
                <a:lnTo>
                  <a:pt x="697" y="466"/>
                </a:lnTo>
                <a:lnTo>
                  <a:pt x="686" y="466"/>
                </a:lnTo>
                <a:lnTo>
                  <a:pt x="686" y="466"/>
                </a:lnTo>
                <a:lnTo>
                  <a:pt x="675" y="465"/>
                </a:lnTo>
                <a:lnTo>
                  <a:pt x="675" y="465"/>
                </a:lnTo>
                <a:lnTo>
                  <a:pt x="665" y="463"/>
                </a:lnTo>
                <a:lnTo>
                  <a:pt x="665" y="463"/>
                </a:lnTo>
                <a:lnTo>
                  <a:pt x="656" y="461"/>
                </a:lnTo>
                <a:lnTo>
                  <a:pt x="656" y="461"/>
                </a:lnTo>
                <a:lnTo>
                  <a:pt x="647" y="458"/>
                </a:lnTo>
                <a:lnTo>
                  <a:pt x="647" y="458"/>
                </a:lnTo>
                <a:lnTo>
                  <a:pt x="639" y="455"/>
                </a:lnTo>
                <a:lnTo>
                  <a:pt x="638" y="454"/>
                </a:lnTo>
                <a:lnTo>
                  <a:pt x="631" y="450"/>
                </a:lnTo>
                <a:lnTo>
                  <a:pt x="631" y="450"/>
                </a:lnTo>
                <a:lnTo>
                  <a:pt x="624" y="445"/>
                </a:lnTo>
                <a:lnTo>
                  <a:pt x="624" y="445"/>
                </a:lnTo>
                <a:lnTo>
                  <a:pt x="618" y="440"/>
                </a:lnTo>
                <a:lnTo>
                  <a:pt x="617" y="440"/>
                </a:lnTo>
                <a:lnTo>
                  <a:pt x="612" y="434"/>
                </a:lnTo>
                <a:lnTo>
                  <a:pt x="611" y="434"/>
                </a:lnTo>
                <a:lnTo>
                  <a:pt x="606" y="428"/>
                </a:lnTo>
                <a:lnTo>
                  <a:pt x="606" y="427"/>
                </a:lnTo>
                <a:lnTo>
                  <a:pt x="602" y="421"/>
                </a:lnTo>
                <a:lnTo>
                  <a:pt x="602" y="421"/>
                </a:lnTo>
                <a:lnTo>
                  <a:pt x="598" y="414"/>
                </a:lnTo>
                <a:lnTo>
                  <a:pt x="597" y="413"/>
                </a:lnTo>
                <a:lnTo>
                  <a:pt x="594" y="406"/>
                </a:lnTo>
                <a:lnTo>
                  <a:pt x="594" y="406"/>
                </a:lnTo>
                <a:lnTo>
                  <a:pt x="592" y="398"/>
                </a:lnTo>
                <a:lnTo>
                  <a:pt x="591" y="398"/>
                </a:lnTo>
                <a:lnTo>
                  <a:pt x="590" y="390"/>
                </a:lnTo>
                <a:lnTo>
                  <a:pt x="589" y="389"/>
                </a:lnTo>
                <a:lnTo>
                  <a:pt x="588" y="376"/>
                </a:lnTo>
                <a:lnTo>
                  <a:pt x="588" y="376"/>
                </a:lnTo>
                <a:lnTo>
                  <a:pt x="587" y="357"/>
                </a:lnTo>
                <a:lnTo>
                  <a:pt x="587" y="357"/>
                </a:lnTo>
                <a:lnTo>
                  <a:pt x="586" y="332"/>
                </a:lnTo>
                <a:lnTo>
                  <a:pt x="586" y="332"/>
                </a:lnTo>
                <a:lnTo>
                  <a:pt x="585" y="301"/>
                </a:lnTo>
                <a:lnTo>
                  <a:pt x="585" y="16"/>
                </a:lnTo>
                <a:lnTo>
                  <a:pt x="591" y="22"/>
                </a:lnTo>
                <a:lnTo>
                  <a:pt x="485" y="22"/>
                </a:lnTo>
                <a:close/>
                <a:moveTo>
                  <a:pt x="1159" y="104"/>
                </a:moveTo>
                <a:lnTo>
                  <a:pt x="1165" y="110"/>
                </a:lnTo>
                <a:lnTo>
                  <a:pt x="1009" y="110"/>
                </a:lnTo>
                <a:lnTo>
                  <a:pt x="1007" y="110"/>
                </a:lnTo>
                <a:lnTo>
                  <a:pt x="1005" y="109"/>
                </a:lnTo>
                <a:lnTo>
                  <a:pt x="1004" y="108"/>
                </a:lnTo>
                <a:lnTo>
                  <a:pt x="1003" y="106"/>
                </a:lnTo>
                <a:lnTo>
                  <a:pt x="1003" y="104"/>
                </a:lnTo>
                <a:lnTo>
                  <a:pt x="1003" y="16"/>
                </a:lnTo>
                <a:lnTo>
                  <a:pt x="1003" y="14"/>
                </a:lnTo>
                <a:lnTo>
                  <a:pt x="1004" y="12"/>
                </a:lnTo>
                <a:lnTo>
                  <a:pt x="1005" y="11"/>
                </a:lnTo>
                <a:lnTo>
                  <a:pt x="1007" y="10"/>
                </a:lnTo>
                <a:lnTo>
                  <a:pt x="1009" y="10"/>
                </a:lnTo>
                <a:lnTo>
                  <a:pt x="1426" y="10"/>
                </a:lnTo>
                <a:lnTo>
                  <a:pt x="1428" y="10"/>
                </a:lnTo>
                <a:lnTo>
                  <a:pt x="1430" y="11"/>
                </a:lnTo>
                <a:lnTo>
                  <a:pt x="1431" y="12"/>
                </a:lnTo>
                <a:lnTo>
                  <a:pt x="1432" y="14"/>
                </a:lnTo>
                <a:lnTo>
                  <a:pt x="1432" y="16"/>
                </a:lnTo>
                <a:lnTo>
                  <a:pt x="1432" y="104"/>
                </a:lnTo>
                <a:lnTo>
                  <a:pt x="1432" y="106"/>
                </a:lnTo>
                <a:lnTo>
                  <a:pt x="1431" y="108"/>
                </a:lnTo>
                <a:lnTo>
                  <a:pt x="1430" y="109"/>
                </a:lnTo>
                <a:lnTo>
                  <a:pt x="1428" y="110"/>
                </a:lnTo>
                <a:lnTo>
                  <a:pt x="1426" y="110"/>
                </a:lnTo>
                <a:lnTo>
                  <a:pt x="1271" y="110"/>
                </a:lnTo>
                <a:lnTo>
                  <a:pt x="1277" y="104"/>
                </a:lnTo>
                <a:lnTo>
                  <a:pt x="1277" y="541"/>
                </a:lnTo>
                <a:lnTo>
                  <a:pt x="1276" y="543"/>
                </a:lnTo>
                <a:lnTo>
                  <a:pt x="1276" y="545"/>
                </a:lnTo>
                <a:lnTo>
                  <a:pt x="1274" y="546"/>
                </a:lnTo>
                <a:lnTo>
                  <a:pt x="1273" y="547"/>
                </a:lnTo>
                <a:lnTo>
                  <a:pt x="1271" y="547"/>
                </a:lnTo>
                <a:lnTo>
                  <a:pt x="1165" y="547"/>
                </a:lnTo>
                <a:lnTo>
                  <a:pt x="1163" y="547"/>
                </a:lnTo>
                <a:lnTo>
                  <a:pt x="1161" y="546"/>
                </a:lnTo>
                <a:lnTo>
                  <a:pt x="1160" y="545"/>
                </a:lnTo>
                <a:lnTo>
                  <a:pt x="1159" y="543"/>
                </a:lnTo>
                <a:lnTo>
                  <a:pt x="1159" y="541"/>
                </a:lnTo>
                <a:lnTo>
                  <a:pt x="1159" y="104"/>
                </a:lnTo>
                <a:close/>
                <a:moveTo>
                  <a:pt x="1170" y="541"/>
                </a:moveTo>
                <a:lnTo>
                  <a:pt x="1165" y="536"/>
                </a:lnTo>
                <a:lnTo>
                  <a:pt x="1271" y="536"/>
                </a:lnTo>
                <a:lnTo>
                  <a:pt x="1265" y="541"/>
                </a:lnTo>
                <a:lnTo>
                  <a:pt x="1265" y="104"/>
                </a:lnTo>
                <a:lnTo>
                  <a:pt x="1266" y="103"/>
                </a:lnTo>
                <a:lnTo>
                  <a:pt x="1266" y="101"/>
                </a:lnTo>
                <a:lnTo>
                  <a:pt x="1268" y="100"/>
                </a:lnTo>
                <a:lnTo>
                  <a:pt x="1269" y="99"/>
                </a:lnTo>
                <a:lnTo>
                  <a:pt x="1271" y="99"/>
                </a:lnTo>
                <a:lnTo>
                  <a:pt x="1426" y="99"/>
                </a:lnTo>
                <a:lnTo>
                  <a:pt x="1421" y="104"/>
                </a:lnTo>
                <a:lnTo>
                  <a:pt x="1421" y="16"/>
                </a:lnTo>
                <a:lnTo>
                  <a:pt x="1426" y="21"/>
                </a:lnTo>
                <a:lnTo>
                  <a:pt x="1009" y="21"/>
                </a:lnTo>
                <a:lnTo>
                  <a:pt x="1014" y="16"/>
                </a:lnTo>
                <a:lnTo>
                  <a:pt x="1014" y="104"/>
                </a:lnTo>
                <a:lnTo>
                  <a:pt x="1009" y="99"/>
                </a:lnTo>
                <a:lnTo>
                  <a:pt x="1165" y="99"/>
                </a:lnTo>
                <a:lnTo>
                  <a:pt x="1166" y="99"/>
                </a:lnTo>
                <a:lnTo>
                  <a:pt x="1168" y="100"/>
                </a:lnTo>
                <a:lnTo>
                  <a:pt x="1169" y="101"/>
                </a:lnTo>
                <a:lnTo>
                  <a:pt x="1170" y="103"/>
                </a:lnTo>
                <a:lnTo>
                  <a:pt x="1170" y="104"/>
                </a:lnTo>
                <a:lnTo>
                  <a:pt x="1170" y="541"/>
                </a:lnTo>
                <a:lnTo>
                  <a:pt x="1170" y="541"/>
                </a:lnTo>
                <a:close/>
                <a:moveTo>
                  <a:pt x="1630" y="10"/>
                </a:moveTo>
                <a:lnTo>
                  <a:pt x="1632" y="10"/>
                </a:lnTo>
                <a:lnTo>
                  <a:pt x="1633" y="11"/>
                </a:lnTo>
                <a:lnTo>
                  <a:pt x="1635" y="12"/>
                </a:lnTo>
                <a:lnTo>
                  <a:pt x="1635" y="14"/>
                </a:lnTo>
                <a:lnTo>
                  <a:pt x="1636" y="16"/>
                </a:lnTo>
                <a:lnTo>
                  <a:pt x="1636" y="301"/>
                </a:lnTo>
                <a:lnTo>
                  <a:pt x="1636" y="332"/>
                </a:lnTo>
                <a:lnTo>
                  <a:pt x="1636" y="332"/>
                </a:lnTo>
                <a:lnTo>
                  <a:pt x="1637" y="357"/>
                </a:lnTo>
                <a:lnTo>
                  <a:pt x="1637" y="356"/>
                </a:lnTo>
                <a:lnTo>
                  <a:pt x="1638" y="376"/>
                </a:lnTo>
                <a:lnTo>
                  <a:pt x="1638" y="375"/>
                </a:lnTo>
                <a:lnTo>
                  <a:pt x="1640" y="388"/>
                </a:lnTo>
                <a:lnTo>
                  <a:pt x="1639" y="388"/>
                </a:lnTo>
                <a:lnTo>
                  <a:pt x="1641" y="395"/>
                </a:lnTo>
                <a:lnTo>
                  <a:pt x="1641" y="395"/>
                </a:lnTo>
                <a:lnTo>
                  <a:pt x="1644" y="403"/>
                </a:lnTo>
                <a:lnTo>
                  <a:pt x="1644" y="402"/>
                </a:lnTo>
                <a:lnTo>
                  <a:pt x="1647" y="409"/>
                </a:lnTo>
                <a:lnTo>
                  <a:pt x="1647" y="409"/>
                </a:lnTo>
                <a:lnTo>
                  <a:pt x="1650" y="415"/>
                </a:lnTo>
                <a:lnTo>
                  <a:pt x="1650" y="415"/>
                </a:lnTo>
                <a:lnTo>
                  <a:pt x="1654" y="421"/>
                </a:lnTo>
                <a:lnTo>
                  <a:pt x="1654" y="421"/>
                </a:lnTo>
                <a:lnTo>
                  <a:pt x="1659" y="427"/>
                </a:lnTo>
                <a:lnTo>
                  <a:pt x="1659" y="426"/>
                </a:lnTo>
                <a:lnTo>
                  <a:pt x="1664" y="432"/>
                </a:lnTo>
                <a:lnTo>
                  <a:pt x="1664" y="431"/>
                </a:lnTo>
                <a:lnTo>
                  <a:pt x="1670" y="437"/>
                </a:lnTo>
                <a:lnTo>
                  <a:pt x="1670" y="436"/>
                </a:lnTo>
                <a:lnTo>
                  <a:pt x="1676" y="441"/>
                </a:lnTo>
                <a:lnTo>
                  <a:pt x="1676" y="441"/>
                </a:lnTo>
                <a:lnTo>
                  <a:pt x="1683" y="445"/>
                </a:lnTo>
                <a:lnTo>
                  <a:pt x="1683" y="444"/>
                </a:lnTo>
                <a:lnTo>
                  <a:pt x="1690" y="448"/>
                </a:lnTo>
                <a:lnTo>
                  <a:pt x="1690" y="448"/>
                </a:lnTo>
                <a:lnTo>
                  <a:pt x="1698" y="450"/>
                </a:lnTo>
                <a:lnTo>
                  <a:pt x="1698" y="450"/>
                </a:lnTo>
                <a:lnTo>
                  <a:pt x="1707" y="452"/>
                </a:lnTo>
                <a:lnTo>
                  <a:pt x="1706" y="452"/>
                </a:lnTo>
                <a:lnTo>
                  <a:pt x="1716" y="454"/>
                </a:lnTo>
                <a:lnTo>
                  <a:pt x="1716" y="454"/>
                </a:lnTo>
                <a:lnTo>
                  <a:pt x="1726" y="454"/>
                </a:lnTo>
                <a:lnTo>
                  <a:pt x="1725" y="454"/>
                </a:lnTo>
                <a:lnTo>
                  <a:pt x="1736" y="455"/>
                </a:lnTo>
                <a:lnTo>
                  <a:pt x="1736" y="455"/>
                </a:lnTo>
                <a:lnTo>
                  <a:pt x="1747" y="454"/>
                </a:lnTo>
                <a:lnTo>
                  <a:pt x="1747" y="454"/>
                </a:lnTo>
                <a:lnTo>
                  <a:pt x="1757" y="454"/>
                </a:lnTo>
                <a:lnTo>
                  <a:pt x="1756" y="454"/>
                </a:lnTo>
                <a:lnTo>
                  <a:pt x="1766" y="452"/>
                </a:lnTo>
                <a:lnTo>
                  <a:pt x="1765" y="452"/>
                </a:lnTo>
                <a:lnTo>
                  <a:pt x="1774" y="450"/>
                </a:lnTo>
                <a:lnTo>
                  <a:pt x="1774" y="450"/>
                </a:lnTo>
                <a:lnTo>
                  <a:pt x="1782" y="448"/>
                </a:lnTo>
                <a:lnTo>
                  <a:pt x="1781" y="448"/>
                </a:lnTo>
                <a:lnTo>
                  <a:pt x="1789" y="445"/>
                </a:lnTo>
                <a:lnTo>
                  <a:pt x="1788" y="445"/>
                </a:lnTo>
                <a:lnTo>
                  <a:pt x="1795" y="441"/>
                </a:lnTo>
                <a:lnTo>
                  <a:pt x="1794" y="442"/>
                </a:lnTo>
                <a:lnTo>
                  <a:pt x="1800" y="437"/>
                </a:lnTo>
                <a:lnTo>
                  <a:pt x="1800" y="438"/>
                </a:lnTo>
                <a:lnTo>
                  <a:pt x="1805" y="433"/>
                </a:lnTo>
                <a:lnTo>
                  <a:pt x="1805" y="433"/>
                </a:lnTo>
                <a:lnTo>
                  <a:pt x="1810" y="428"/>
                </a:lnTo>
                <a:lnTo>
                  <a:pt x="1810" y="428"/>
                </a:lnTo>
                <a:lnTo>
                  <a:pt x="1814" y="423"/>
                </a:lnTo>
                <a:lnTo>
                  <a:pt x="1814" y="424"/>
                </a:lnTo>
                <a:lnTo>
                  <a:pt x="1817" y="418"/>
                </a:lnTo>
                <a:lnTo>
                  <a:pt x="1817" y="419"/>
                </a:lnTo>
                <a:lnTo>
                  <a:pt x="1820" y="413"/>
                </a:lnTo>
                <a:lnTo>
                  <a:pt x="1820" y="413"/>
                </a:lnTo>
                <a:lnTo>
                  <a:pt x="1822" y="407"/>
                </a:lnTo>
                <a:lnTo>
                  <a:pt x="1822" y="407"/>
                </a:lnTo>
                <a:lnTo>
                  <a:pt x="1824" y="401"/>
                </a:lnTo>
                <a:lnTo>
                  <a:pt x="1824" y="402"/>
                </a:lnTo>
                <a:lnTo>
                  <a:pt x="1826" y="395"/>
                </a:lnTo>
                <a:lnTo>
                  <a:pt x="1825" y="395"/>
                </a:lnTo>
                <a:lnTo>
                  <a:pt x="1828" y="380"/>
                </a:lnTo>
                <a:lnTo>
                  <a:pt x="1828" y="380"/>
                </a:lnTo>
                <a:lnTo>
                  <a:pt x="1829" y="360"/>
                </a:lnTo>
                <a:lnTo>
                  <a:pt x="1829" y="360"/>
                </a:lnTo>
                <a:lnTo>
                  <a:pt x="1830" y="335"/>
                </a:lnTo>
                <a:lnTo>
                  <a:pt x="1830" y="336"/>
                </a:lnTo>
                <a:lnTo>
                  <a:pt x="1830" y="307"/>
                </a:lnTo>
                <a:lnTo>
                  <a:pt x="1830" y="16"/>
                </a:lnTo>
                <a:lnTo>
                  <a:pt x="1831" y="14"/>
                </a:lnTo>
                <a:lnTo>
                  <a:pt x="1831" y="12"/>
                </a:lnTo>
                <a:lnTo>
                  <a:pt x="1833" y="11"/>
                </a:lnTo>
                <a:lnTo>
                  <a:pt x="1834" y="10"/>
                </a:lnTo>
                <a:lnTo>
                  <a:pt x="1836" y="10"/>
                </a:lnTo>
                <a:lnTo>
                  <a:pt x="1942" y="10"/>
                </a:lnTo>
                <a:lnTo>
                  <a:pt x="1944" y="10"/>
                </a:lnTo>
                <a:lnTo>
                  <a:pt x="1946" y="11"/>
                </a:lnTo>
                <a:lnTo>
                  <a:pt x="1947" y="12"/>
                </a:lnTo>
                <a:lnTo>
                  <a:pt x="1948" y="14"/>
                </a:lnTo>
                <a:lnTo>
                  <a:pt x="1948" y="16"/>
                </a:lnTo>
                <a:lnTo>
                  <a:pt x="1948" y="293"/>
                </a:lnTo>
                <a:lnTo>
                  <a:pt x="1947" y="337"/>
                </a:lnTo>
                <a:lnTo>
                  <a:pt x="1947" y="337"/>
                </a:lnTo>
                <a:lnTo>
                  <a:pt x="1947" y="356"/>
                </a:lnTo>
                <a:lnTo>
                  <a:pt x="1947" y="356"/>
                </a:lnTo>
                <a:lnTo>
                  <a:pt x="1946" y="374"/>
                </a:lnTo>
                <a:lnTo>
                  <a:pt x="1946" y="374"/>
                </a:lnTo>
                <a:lnTo>
                  <a:pt x="1945" y="390"/>
                </a:lnTo>
                <a:lnTo>
                  <a:pt x="1945" y="390"/>
                </a:lnTo>
                <a:lnTo>
                  <a:pt x="1943" y="404"/>
                </a:lnTo>
                <a:lnTo>
                  <a:pt x="1943" y="404"/>
                </a:lnTo>
                <a:lnTo>
                  <a:pt x="1941" y="417"/>
                </a:lnTo>
                <a:lnTo>
                  <a:pt x="1941" y="417"/>
                </a:lnTo>
                <a:lnTo>
                  <a:pt x="1939" y="428"/>
                </a:lnTo>
                <a:lnTo>
                  <a:pt x="1939" y="428"/>
                </a:lnTo>
                <a:lnTo>
                  <a:pt x="1937" y="437"/>
                </a:lnTo>
                <a:lnTo>
                  <a:pt x="1937" y="438"/>
                </a:lnTo>
                <a:lnTo>
                  <a:pt x="1934" y="447"/>
                </a:lnTo>
                <a:lnTo>
                  <a:pt x="1934" y="447"/>
                </a:lnTo>
                <a:lnTo>
                  <a:pt x="1931" y="456"/>
                </a:lnTo>
                <a:lnTo>
                  <a:pt x="1930" y="456"/>
                </a:lnTo>
                <a:lnTo>
                  <a:pt x="1927" y="465"/>
                </a:lnTo>
                <a:lnTo>
                  <a:pt x="1927" y="465"/>
                </a:lnTo>
                <a:lnTo>
                  <a:pt x="1922" y="473"/>
                </a:lnTo>
                <a:lnTo>
                  <a:pt x="1922" y="473"/>
                </a:lnTo>
                <a:lnTo>
                  <a:pt x="1918" y="481"/>
                </a:lnTo>
                <a:lnTo>
                  <a:pt x="1917" y="481"/>
                </a:lnTo>
                <a:lnTo>
                  <a:pt x="1912" y="489"/>
                </a:lnTo>
                <a:lnTo>
                  <a:pt x="1912" y="489"/>
                </a:lnTo>
                <a:lnTo>
                  <a:pt x="1906" y="496"/>
                </a:lnTo>
                <a:lnTo>
                  <a:pt x="1906" y="496"/>
                </a:lnTo>
                <a:lnTo>
                  <a:pt x="1900" y="503"/>
                </a:lnTo>
                <a:lnTo>
                  <a:pt x="1900" y="503"/>
                </a:lnTo>
                <a:lnTo>
                  <a:pt x="1893" y="509"/>
                </a:lnTo>
                <a:lnTo>
                  <a:pt x="1893" y="510"/>
                </a:lnTo>
                <a:lnTo>
                  <a:pt x="1886" y="515"/>
                </a:lnTo>
                <a:lnTo>
                  <a:pt x="1886" y="516"/>
                </a:lnTo>
                <a:lnTo>
                  <a:pt x="1878" y="521"/>
                </a:lnTo>
                <a:lnTo>
                  <a:pt x="1878" y="521"/>
                </a:lnTo>
                <a:lnTo>
                  <a:pt x="1870" y="527"/>
                </a:lnTo>
                <a:lnTo>
                  <a:pt x="1870" y="527"/>
                </a:lnTo>
                <a:lnTo>
                  <a:pt x="1861" y="532"/>
                </a:lnTo>
                <a:lnTo>
                  <a:pt x="1861" y="532"/>
                </a:lnTo>
                <a:lnTo>
                  <a:pt x="1852" y="536"/>
                </a:lnTo>
                <a:lnTo>
                  <a:pt x="1852" y="536"/>
                </a:lnTo>
                <a:lnTo>
                  <a:pt x="1842" y="541"/>
                </a:lnTo>
                <a:lnTo>
                  <a:pt x="1842" y="541"/>
                </a:lnTo>
                <a:lnTo>
                  <a:pt x="1832" y="544"/>
                </a:lnTo>
                <a:lnTo>
                  <a:pt x="1832" y="545"/>
                </a:lnTo>
                <a:lnTo>
                  <a:pt x="1821" y="548"/>
                </a:lnTo>
                <a:lnTo>
                  <a:pt x="1821" y="548"/>
                </a:lnTo>
                <a:lnTo>
                  <a:pt x="1809" y="551"/>
                </a:lnTo>
                <a:lnTo>
                  <a:pt x="1809" y="551"/>
                </a:lnTo>
                <a:lnTo>
                  <a:pt x="1796" y="553"/>
                </a:lnTo>
                <a:lnTo>
                  <a:pt x="1796" y="553"/>
                </a:lnTo>
                <a:lnTo>
                  <a:pt x="1783" y="555"/>
                </a:lnTo>
                <a:lnTo>
                  <a:pt x="1783" y="555"/>
                </a:lnTo>
                <a:lnTo>
                  <a:pt x="1769" y="556"/>
                </a:lnTo>
                <a:lnTo>
                  <a:pt x="1769" y="556"/>
                </a:lnTo>
                <a:lnTo>
                  <a:pt x="1755" y="557"/>
                </a:lnTo>
                <a:lnTo>
                  <a:pt x="1754" y="557"/>
                </a:lnTo>
                <a:lnTo>
                  <a:pt x="1739" y="557"/>
                </a:lnTo>
                <a:lnTo>
                  <a:pt x="1739" y="557"/>
                </a:lnTo>
                <a:lnTo>
                  <a:pt x="1721" y="557"/>
                </a:lnTo>
                <a:lnTo>
                  <a:pt x="1721" y="557"/>
                </a:lnTo>
                <a:lnTo>
                  <a:pt x="1704" y="556"/>
                </a:lnTo>
                <a:lnTo>
                  <a:pt x="1704" y="556"/>
                </a:lnTo>
                <a:lnTo>
                  <a:pt x="1688" y="555"/>
                </a:lnTo>
                <a:lnTo>
                  <a:pt x="1687" y="555"/>
                </a:lnTo>
                <a:lnTo>
                  <a:pt x="1672" y="553"/>
                </a:lnTo>
                <a:lnTo>
                  <a:pt x="1672" y="553"/>
                </a:lnTo>
                <a:lnTo>
                  <a:pt x="1659" y="550"/>
                </a:lnTo>
                <a:lnTo>
                  <a:pt x="1658" y="550"/>
                </a:lnTo>
                <a:lnTo>
                  <a:pt x="1646" y="547"/>
                </a:lnTo>
                <a:lnTo>
                  <a:pt x="1645" y="547"/>
                </a:lnTo>
                <a:lnTo>
                  <a:pt x="1634" y="544"/>
                </a:lnTo>
                <a:lnTo>
                  <a:pt x="1633" y="543"/>
                </a:lnTo>
                <a:lnTo>
                  <a:pt x="1623" y="539"/>
                </a:lnTo>
                <a:lnTo>
                  <a:pt x="1623" y="539"/>
                </a:lnTo>
                <a:lnTo>
                  <a:pt x="1614" y="535"/>
                </a:lnTo>
                <a:lnTo>
                  <a:pt x="1613" y="535"/>
                </a:lnTo>
                <a:lnTo>
                  <a:pt x="1604" y="530"/>
                </a:lnTo>
                <a:lnTo>
                  <a:pt x="1604" y="530"/>
                </a:lnTo>
                <a:lnTo>
                  <a:pt x="1596" y="524"/>
                </a:lnTo>
                <a:lnTo>
                  <a:pt x="1595" y="524"/>
                </a:lnTo>
                <a:lnTo>
                  <a:pt x="1587" y="519"/>
                </a:lnTo>
                <a:lnTo>
                  <a:pt x="1587" y="519"/>
                </a:lnTo>
                <a:lnTo>
                  <a:pt x="1580" y="513"/>
                </a:lnTo>
                <a:lnTo>
                  <a:pt x="1579" y="512"/>
                </a:lnTo>
                <a:lnTo>
                  <a:pt x="1572" y="506"/>
                </a:lnTo>
                <a:lnTo>
                  <a:pt x="1572" y="506"/>
                </a:lnTo>
                <a:lnTo>
                  <a:pt x="1566" y="500"/>
                </a:lnTo>
                <a:lnTo>
                  <a:pt x="1565" y="499"/>
                </a:lnTo>
                <a:lnTo>
                  <a:pt x="1560" y="493"/>
                </a:lnTo>
                <a:lnTo>
                  <a:pt x="1559" y="492"/>
                </a:lnTo>
                <a:lnTo>
                  <a:pt x="1554" y="485"/>
                </a:lnTo>
                <a:lnTo>
                  <a:pt x="1554" y="485"/>
                </a:lnTo>
                <a:lnTo>
                  <a:pt x="1549" y="478"/>
                </a:lnTo>
                <a:lnTo>
                  <a:pt x="1549" y="478"/>
                </a:lnTo>
                <a:lnTo>
                  <a:pt x="1544" y="470"/>
                </a:lnTo>
                <a:lnTo>
                  <a:pt x="1544" y="470"/>
                </a:lnTo>
                <a:lnTo>
                  <a:pt x="1540" y="463"/>
                </a:lnTo>
                <a:lnTo>
                  <a:pt x="1540" y="463"/>
                </a:lnTo>
                <a:lnTo>
                  <a:pt x="1537" y="455"/>
                </a:lnTo>
                <a:lnTo>
                  <a:pt x="1536" y="455"/>
                </a:lnTo>
                <a:lnTo>
                  <a:pt x="1533" y="448"/>
                </a:lnTo>
                <a:lnTo>
                  <a:pt x="1533" y="447"/>
                </a:lnTo>
                <a:lnTo>
                  <a:pt x="1531" y="440"/>
                </a:lnTo>
                <a:lnTo>
                  <a:pt x="1531" y="439"/>
                </a:lnTo>
                <a:lnTo>
                  <a:pt x="1528" y="432"/>
                </a:lnTo>
                <a:lnTo>
                  <a:pt x="1528" y="431"/>
                </a:lnTo>
                <a:lnTo>
                  <a:pt x="1526" y="419"/>
                </a:lnTo>
                <a:lnTo>
                  <a:pt x="1526" y="419"/>
                </a:lnTo>
                <a:lnTo>
                  <a:pt x="1524" y="406"/>
                </a:lnTo>
                <a:lnTo>
                  <a:pt x="1524" y="406"/>
                </a:lnTo>
                <a:lnTo>
                  <a:pt x="1522" y="391"/>
                </a:lnTo>
                <a:lnTo>
                  <a:pt x="1522" y="391"/>
                </a:lnTo>
                <a:lnTo>
                  <a:pt x="1521" y="375"/>
                </a:lnTo>
                <a:lnTo>
                  <a:pt x="1521" y="375"/>
                </a:lnTo>
                <a:lnTo>
                  <a:pt x="1519" y="357"/>
                </a:lnTo>
                <a:lnTo>
                  <a:pt x="1519" y="357"/>
                </a:lnTo>
                <a:lnTo>
                  <a:pt x="1519" y="338"/>
                </a:lnTo>
                <a:lnTo>
                  <a:pt x="1519" y="338"/>
                </a:lnTo>
                <a:lnTo>
                  <a:pt x="1518" y="318"/>
                </a:lnTo>
                <a:lnTo>
                  <a:pt x="1518" y="318"/>
                </a:lnTo>
                <a:lnTo>
                  <a:pt x="1518" y="296"/>
                </a:lnTo>
                <a:lnTo>
                  <a:pt x="1518" y="16"/>
                </a:lnTo>
                <a:lnTo>
                  <a:pt x="1518" y="14"/>
                </a:lnTo>
                <a:lnTo>
                  <a:pt x="1519" y="12"/>
                </a:lnTo>
                <a:lnTo>
                  <a:pt x="1520" y="11"/>
                </a:lnTo>
                <a:lnTo>
                  <a:pt x="1522" y="10"/>
                </a:lnTo>
                <a:lnTo>
                  <a:pt x="1524" y="10"/>
                </a:lnTo>
                <a:lnTo>
                  <a:pt x="1630" y="10"/>
                </a:lnTo>
                <a:lnTo>
                  <a:pt x="1630" y="10"/>
                </a:lnTo>
                <a:close/>
                <a:moveTo>
                  <a:pt x="1524" y="22"/>
                </a:moveTo>
                <a:lnTo>
                  <a:pt x="1530" y="16"/>
                </a:lnTo>
                <a:lnTo>
                  <a:pt x="1530" y="297"/>
                </a:lnTo>
                <a:lnTo>
                  <a:pt x="1530" y="318"/>
                </a:lnTo>
                <a:lnTo>
                  <a:pt x="1530" y="318"/>
                </a:lnTo>
                <a:lnTo>
                  <a:pt x="1530" y="338"/>
                </a:lnTo>
                <a:lnTo>
                  <a:pt x="1530" y="338"/>
                </a:lnTo>
                <a:lnTo>
                  <a:pt x="1531" y="357"/>
                </a:lnTo>
                <a:lnTo>
                  <a:pt x="1531" y="357"/>
                </a:lnTo>
                <a:lnTo>
                  <a:pt x="1532" y="374"/>
                </a:lnTo>
                <a:lnTo>
                  <a:pt x="1532" y="374"/>
                </a:lnTo>
                <a:lnTo>
                  <a:pt x="1534" y="390"/>
                </a:lnTo>
                <a:lnTo>
                  <a:pt x="1534" y="390"/>
                </a:lnTo>
                <a:lnTo>
                  <a:pt x="1535" y="404"/>
                </a:lnTo>
                <a:lnTo>
                  <a:pt x="1535" y="404"/>
                </a:lnTo>
                <a:lnTo>
                  <a:pt x="1537" y="418"/>
                </a:lnTo>
                <a:lnTo>
                  <a:pt x="1537" y="417"/>
                </a:lnTo>
                <a:lnTo>
                  <a:pt x="1540" y="429"/>
                </a:lnTo>
                <a:lnTo>
                  <a:pt x="1540" y="429"/>
                </a:lnTo>
                <a:lnTo>
                  <a:pt x="1542" y="437"/>
                </a:lnTo>
                <a:lnTo>
                  <a:pt x="1542" y="436"/>
                </a:lnTo>
                <a:lnTo>
                  <a:pt x="1544" y="444"/>
                </a:lnTo>
                <a:lnTo>
                  <a:pt x="1544" y="444"/>
                </a:lnTo>
                <a:lnTo>
                  <a:pt x="1547" y="451"/>
                </a:lnTo>
                <a:lnTo>
                  <a:pt x="1547" y="451"/>
                </a:lnTo>
                <a:lnTo>
                  <a:pt x="1550" y="458"/>
                </a:lnTo>
                <a:lnTo>
                  <a:pt x="1550" y="458"/>
                </a:lnTo>
                <a:lnTo>
                  <a:pt x="1554" y="465"/>
                </a:lnTo>
                <a:lnTo>
                  <a:pt x="1554" y="465"/>
                </a:lnTo>
                <a:lnTo>
                  <a:pt x="1558" y="472"/>
                </a:lnTo>
                <a:lnTo>
                  <a:pt x="1558" y="472"/>
                </a:lnTo>
                <a:lnTo>
                  <a:pt x="1563" y="479"/>
                </a:lnTo>
                <a:lnTo>
                  <a:pt x="1563" y="478"/>
                </a:lnTo>
                <a:lnTo>
                  <a:pt x="1569" y="485"/>
                </a:lnTo>
                <a:lnTo>
                  <a:pt x="1568" y="485"/>
                </a:lnTo>
                <a:lnTo>
                  <a:pt x="1574" y="492"/>
                </a:lnTo>
                <a:lnTo>
                  <a:pt x="1574" y="491"/>
                </a:lnTo>
                <a:lnTo>
                  <a:pt x="1580" y="498"/>
                </a:lnTo>
                <a:lnTo>
                  <a:pt x="1580" y="498"/>
                </a:lnTo>
                <a:lnTo>
                  <a:pt x="1587" y="504"/>
                </a:lnTo>
                <a:lnTo>
                  <a:pt x="1587" y="503"/>
                </a:lnTo>
                <a:lnTo>
                  <a:pt x="1594" y="509"/>
                </a:lnTo>
                <a:lnTo>
                  <a:pt x="1594" y="509"/>
                </a:lnTo>
                <a:lnTo>
                  <a:pt x="1602" y="515"/>
                </a:lnTo>
                <a:lnTo>
                  <a:pt x="1601" y="515"/>
                </a:lnTo>
                <a:lnTo>
                  <a:pt x="1610" y="520"/>
                </a:lnTo>
                <a:lnTo>
                  <a:pt x="1609" y="520"/>
                </a:lnTo>
                <a:lnTo>
                  <a:pt x="1618" y="524"/>
                </a:lnTo>
                <a:lnTo>
                  <a:pt x="1618" y="524"/>
                </a:lnTo>
                <a:lnTo>
                  <a:pt x="1628" y="529"/>
                </a:lnTo>
                <a:lnTo>
                  <a:pt x="1627" y="529"/>
                </a:lnTo>
                <a:lnTo>
                  <a:pt x="1638" y="533"/>
                </a:lnTo>
                <a:lnTo>
                  <a:pt x="1637" y="532"/>
                </a:lnTo>
                <a:lnTo>
                  <a:pt x="1648" y="536"/>
                </a:lnTo>
                <a:lnTo>
                  <a:pt x="1648" y="536"/>
                </a:lnTo>
                <a:lnTo>
                  <a:pt x="1661" y="539"/>
                </a:lnTo>
                <a:lnTo>
                  <a:pt x="1660" y="539"/>
                </a:lnTo>
                <a:lnTo>
                  <a:pt x="1674" y="541"/>
                </a:lnTo>
                <a:lnTo>
                  <a:pt x="1674" y="541"/>
                </a:lnTo>
                <a:lnTo>
                  <a:pt x="1689" y="543"/>
                </a:lnTo>
                <a:lnTo>
                  <a:pt x="1688" y="543"/>
                </a:lnTo>
                <a:lnTo>
                  <a:pt x="1704" y="545"/>
                </a:lnTo>
                <a:lnTo>
                  <a:pt x="1704" y="545"/>
                </a:lnTo>
                <a:lnTo>
                  <a:pt x="1721" y="545"/>
                </a:lnTo>
                <a:lnTo>
                  <a:pt x="1721" y="545"/>
                </a:lnTo>
                <a:lnTo>
                  <a:pt x="1739" y="546"/>
                </a:lnTo>
                <a:lnTo>
                  <a:pt x="1739" y="546"/>
                </a:lnTo>
                <a:lnTo>
                  <a:pt x="1754" y="545"/>
                </a:lnTo>
                <a:lnTo>
                  <a:pt x="1754" y="545"/>
                </a:lnTo>
                <a:lnTo>
                  <a:pt x="1768" y="545"/>
                </a:lnTo>
                <a:lnTo>
                  <a:pt x="1768" y="545"/>
                </a:lnTo>
                <a:lnTo>
                  <a:pt x="1782" y="543"/>
                </a:lnTo>
                <a:lnTo>
                  <a:pt x="1782" y="543"/>
                </a:lnTo>
                <a:lnTo>
                  <a:pt x="1795" y="542"/>
                </a:lnTo>
                <a:lnTo>
                  <a:pt x="1794" y="542"/>
                </a:lnTo>
                <a:lnTo>
                  <a:pt x="1807" y="539"/>
                </a:lnTo>
                <a:lnTo>
                  <a:pt x="1806" y="539"/>
                </a:lnTo>
                <a:lnTo>
                  <a:pt x="1818" y="537"/>
                </a:lnTo>
                <a:lnTo>
                  <a:pt x="1818" y="537"/>
                </a:lnTo>
                <a:lnTo>
                  <a:pt x="1828" y="533"/>
                </a:lnTo>
                <a:lnTo>
                  <a:pt x="1828" y="534"/>
                </a:lnTo>
                <a:lnTo>
                  <a:pt x="1838" y="530"/>
                </a:lnTo>
                <a:lnTo>
                  <a:pt x="1838" y="530"/>
                </a:lnTo>
                <a:lnTo>
                  <a:pt x="1847" y="526"/>
                </a:lnTo>
                <a:lnTo>
                  <a:pt x="1847" y="526"/>
                </a:lnTo>
                <a:lnTo>
                  <a:pt x="1856" y="521"/>
                </a:lnTo>
                <a:lnTo>
                  <a:pt x="1856" y="522"/>
                </a:lnTo>
                <a:lnTo>
                  <a:pt x="1864" y="517"/>
                </a:lnTo>
                <a:lnTo>
                  <a:pt x="1864" y="517"/>
                </a:lnTo>
                <a:lnTo>
                  <a:pt x="1872" y="512"/>
                </a:lnTo>
                <a:lnTo>
                  <a:pt x="1872" y="512"/>
                </a:lnTo>
                <a:lnTo>
                  <a:pt x="1879" y="506"/>
                </a:lnTo>
                <a:lnTo>
                  <a:pt x="1879" y="506"/>
                </a:lnTo>
                <a:lnTo>
                  <a:pt x="1886" y="501"/>
                </a:lnTo>
                <a:lnTo>
                  <a:pt x="1885" y="501"/>
                </a:lnTo>
                <a:lnTo>
                  <a:pt x="1892" y="495"/>
                </a:lnTo>
                <a:lnTo>
                  <a:pt x="1892" y="495"/>
                </a:lnTo>
                <a:lnTo>
                  <a:pt x="1898" y="488"/>
                </a:lnTo>
                <a:lnTo>
                  <a:pt x="1897" y="489"/>
                </a:lnTo>
                <a:lnTo>
                  <a:pt x="1903" y="482"/>
                </a:lnTo>
                <a:lnTo>
                  <a:pt x="1903" y="482"/>
                </a:lnTo>
                <a:lnTo>
                  <a:pt x="1908" y="475"/>
                </a:lnTo>
                <a:lnTo>
                  <a:pt x="1908" y="475"/>
                </a:lnTo>
                <a:lnTo>
                  <a:pt x="1912" y="467"/>
                </a:lnTo>
                <a:lnTo>
                  <a:pt x="1912" y="468"/>
                </a:lnTo>
                <a:lnTo>
                  <a:pt x="1916" y="460"/>
                </a:lnTo>
                <a:lnTo>
                  <a:pt x="1916" y="460"/>
                </a:lnTo>
                <a:lnTo>
                  <a:pt x="1920" y="452"/>
                </a:lnTo>
                <a:lnTo>
                  <a:pt x="1920" y="452"/>
                </a:lnTo>
                <a:lnTo>
                  <a:pt x="1923" y="443"/>
                </a:lnTo>
                <a:lnTo>
                  <a:pt x="1923" y="443"/>
                </a:lnTo>
                <a:lnTo>
                  <a:pt x="1926" y="434"/>
                </a:lnTo>
                <a:lnTo>
                  <a:pt x="1926" y="434"/>
                </a:lnTo>
                <a:lnTo>
                  <a:pt x="1928" y="425"/>
                </a:lnTo>
                <a:lnTo>
                  <a:pt x="1928" y="425"/>
                </a:lnTo>
                <a:lnTo>
                  <a:pt x="1930" y="415"/>
                </a:lnTo>
                <a:lnTo>
                  <a:pt x="1930" y="415"/>
                </a:lnTo>
                <a:lnTo>
                  <a:pt x="1932" y="402"/>
                </a:lnTo>
                <a:lnTo>
                  <a:pt x="1932" y="403"/>
                </a:lnTo>
                <a:lnTo>
                  <a:pt x="1933" y="388"/>
                </a:lnTo>
                <a:lnTo>
                  <a:pt x="1933" y="389"/>
                </a:lnTo>
                <a:lnTo>
                  <a:pt x="1934" y="373"/>
                </a:lnTo>
                <a:lnTo>
                  <a:pt x="1934" y="373"/>
                </a:lnTo>
                <a:lnTo>
                  <a:pt x="1935" y="355"/>
                </a:lnTo>
                <a:lnTo>
                  <a:pt x="1935" y="355"/>
                </a:lnTo>
                <a:lnTo>
                  <a:pt x="1936" y="336"/>
                </a:lnTo>
                <a:lnTo>
                  <a:pt x="1936" y="336"/>
                </a:lnTo>
                <a:lnTo>
                  <a:pt x="1936" y="292"/>
                </a:lnTo>
                <a:lnTo>
                  <a:pt x="1936" y="16"/>
                </a:lnTo>
                <a:lnTo>
                  <a:pt x="1942" y="22"/>
                </a:lnTo>
                <a:lnTo>
                  <a:pt x="1836" y="22"/>
                </a:lnTo>
                <a:lnTo>
                  <a:pt x="1842" y="16"/>
                </a:lnTo>
                <a:lnTo>
                  <a:pt x="1842" y="307"/>
                </a:lnTo>
                <a:lnTo>
                  <a:pt x="1841" y="336"/>
                </a:lnTo>
                <a:lnTo>
                  <a:pt x="1841" y="336"/>
                </a:lnTo>
                <a:lnTo>
                  <a:pt x="1840" y="361"/>
                </a:lnTo>
                <a:lnTo>
                  <a:pt x="1840" y="361"/>
                </a:lnTo>
                <a:lnTo>
                  <a:pt x="1839" y="381"/>
                </a:lnTo>
                <a:lnTo>
                  <a:pt x="1839" y="382"/>
                </a:lnTo>
                <a:lnTo>
                  <a:pt x="1837" y="397"/>
                </a:lnTo>
                <a:lnTo>
                  <a:pt x="1837" y="398"/>
                </a:lnTo>
                <a:lnTo>
                  <a:pt x="1835" y="404"/>
                </a:lnTo>
                <a:lnTo>
                  <a:pt x="1835" y="405"/>
                </a:lnTo>
                <a:lnTo>
                  <a:pt x="1833" y="411"/>
                </a:lnTo>
                <a:lnTo>
                  <a:pt x="1833" y="412"/>
                </a:lnTo>
                <a:lnTo>
                  <a:pt x="1830" y="418"/>
                </a:lnTo>
                <a:lnTo>
                  <a:pt x="1830" y="418"/>
                </a:lnTo>
                <a:lnTo>
                  <a:pt x="1827" y="424"/>
                </a:lnTo>
                <a:lnTo>
                  <a:pt x="1827" y="424"/>
                </a:lnTo>
                <a:lnTo>
                  <a:pt x="1823" y="430"/>
                </a:lnTo>
                <a:lnTo>
                  <a:pt x="1822" y="430"/>
                </a:lnTo>
                <a:lnTo>
                  <a:pt x="1818" y="436"/>
                </a:lnTo>
                <a:lnTo>
                  <a:pt x="1818" y="436"/>
                </a:lnTo>
                <a:lnTo>
                  <a:pt x="1813" y="441"/>
                </a:lnTo>
                <a:lnTo>
                  <a:pt x="1813" y="441"/>
                </a:lnTo>
                <a:lnTo>
                  <a:pt x="1807" y="446"/>
                </a:lnTo>
                <a:lnTo>
                  <a:pt x="1807" y="446"/>
                </a:lnTo>
                <a:lnTo>
                  <a:pt x="1801" y="451"/>
                </a:lnTo>
                <a:lnTo>
                  <a:pt x="1800" y="451"/>
                </a:lnTo>
                <a:lnTo>
                  <a:pt x="1794" y="455"/>
                </a:lnTo>
                <a:lnTo>
                  <a:pt x="1793" y="455"/>
                </a:lnTo>
                <a:lnTo>
                  <a:pt x="1785" y="458"/>
                </a:lnTo>
                <a:lnTo>
                  <a:pt x="1785" y="458"/>
                </a:lnTo>
                <a:lnTo>
                  <a:pt x="1777" y="461"/>
                </a:lnTo>
                <a:lnTo>
                  <a:pt x="1776" y="461"/>
                </a:lnTo>
                <a:lnTo>
                  <a:pt x="1768" y="463"/>
                </a:lnTo>
                <a:lnTo>
                  <a:pt x="1767" y="463"/>
                </a:lnTo>
                <a:lnTo>
                  <a:pt x="1758" y="465"/>
                </a:lnTo>
                <a:lnTo>
                  <a:pt x="1757" y="465"/>
                </a:lnTo>
                <a:lnTo>
                  <a:pt x="1747" y="466"/>
                </a:lnTo>
                <a:lnTo>
                  <a:pt x="1747" y="466"/>
                </a:lnTo>
                <a:lnTo>
                  <a:pt x="1736" y="466"/>
                </a:lnTo>
                <a:lnTo>
                  <a:pt x="1735" y="466"/>
                </a:lnTo>
                <a:lnTo>
                  <a:pt x="1725" y="466"/>
                </a:lnTo>
                <a:lnTo>
                  <a:pt x="1725" y="466"/>
                </a:lnTo>
                <a:lnTo>
                  <a:pt x="1714" y="465"/>
                </a:lnTo>
                <a:lnTo>
                  <a:pt x="1714" y="465"/>
                </a:lnTo>
                <a:lnTo>
                  <a:pt x="1704" y="463"/>
                </a:lnTo>
                <a:lnTo>
                  <a:pt x="1704" y="463"/>
                </a:lnTo>
                <a:lnTo>
                  <a:pt x="1695" y="461"/>
                </a:lnTo>
                <a:lnTo>
                  <a:pt x="1695" y="461"/>
                </a:lnTo>
                <a:lnTo>
                  <a:pt x="1686" y="458"/>
                </a:lnTo>
                <a:lnTo>
                  <a:pt x="1686" y="458"/>
                </a:lnTo>
                <a:lnTo>
                  <a:pt x="1678" y="455"/>
                </a:lnTo>
                <a:lnTo>
                  <a:pt x="1677" y="455"/>
                </a:lnTo>
                <a:lnTo>
                  <a:pt x="1670" y="451"/>
                </a:lnTo>
                <a:lnTo>
                  <a:pt x="1670" y="450"/>
                </a:lnTo>
                <a:lnTo>
                  <a:pt x="1663" y="446"/>
                </a:lnTo>
                <a:lnTo>
                  <a:pt x="1663" y="445"/>
                </a:lnTo>
                <a:lnTo>
                  <a:pt x="1657" y="440"/>
                </a:lnTo>
                <a:lnTo>
                  <a:pt x="1656" y="440"/>
                </a:lnTo>
                <a:lnTo>
                  <a:pt x="1651" y="434"/>
                </a:lnTo>
                <a:lnTo>
                  <a:pt x="1650" y="434"/>
                </a:lnTo>
                <a:lnTo>
                  <a:pt x="1645" y="428"/>
                </a:lnTo>
                <a:lnTo>
                  <a:pt x="1645" y="428"/>
                </a:lnTo>
                <a:lnTo>
                  <a:pt x="1641" y="421"/>
                </a:lnTo>
                <a:lnTo>
                  <a:pt x="1641" y="421"/>
                </a:lnTo>
                <a:lnTo>
                  <a:pt x="1637" y="414"/>
                </a:lnTo>
                <a:lnTo>
                  <a:pt x="1636" y="414"/>
                </a:lnTo>
                <a:lnTo>
                  <a:pt x="1633" y="407"/>
                </a:lnTo>
                <a:lnTo>
                  <a:pt x="1633" y="406"/>
                </a:lnTo>
                <a:lnTo>
                  <a:pt x="1631" y="399"/>
                </a:lnTo>
                <a:lnTo>
                  <a:pt x="1630" y="398"/>
                </a:lnTo>
                <a:lnTo>
                  <a:pt x="1629" y="390"/>
                </a:lnTo>
                <a:lnTo>
                  <a:pt x="1628" y="390"/>
                </a:lnTo>
                <a:lnTo>
                  <a:pt x="1627" y="377"/>
                </a:lnTo>
                <a:lnTo>
                  <a:pt x="1627" y="376"/>
                </a:lnTo>
                <a:lnTo>
                  <a:pt x="1626" y="357"/>
                </a:lnTo>
                <a:lnTo>
                  <a:pt x="1626" y="357"/>
                </a:lnTo>
                <a:lnTo>
                  <a:pt x="1625" y="332"/>
                </a:lnTo>
                <a:lnTo>
                  <a:pt x="1625" y="332"/>
                </a:lnTo>
                <a:lnTo>
                  <a:pt x="1624" y="301"/>
                </a:lnTo>
                <a:lnTo>
                  <a:pt x="1624" y="16"/>
                </a:lnTo>
                <a:lnTo>
                  <a:pt x="1630" y="22"/>
                </a:lnTo>
                <a:lnTo>
                  <a:pt x="1524" y="22"/>
                </a:lnTo>
                <a:close/>
                <a:moveTo>
                  <a:pt x="2079" y="16"/>
                </a:moveTo>
                <a:lnTo>
                  <a:pt x="2079" y="14"/>
                </a:lnTo>
                <a:lnTo>
                  <a:pt x="2080" y="12"/>
                </a:lnTo>
                <a:lnTo>
                  <a:pt x="2081" y="11"/>
                </a:lnTo>
                <a:lnTo>
                  <a:pt x="2082" y="10"/>
                </a:lnTo>
                <a:lnTo>
                  <a:pt x="2084" y="10"/>
                </a:lnTo>
                <a:lnTo>
                  <a:pt x="2307" y="10"/>
                </a:lnTo>
                <a:lnTo>
                  <a:pt x="2328" y="10"/>
                </a:lnTo>
                <a:lnTo>
                  <a:pt x="2328" y="10"/>
                </a:lnTo>
                <a:lnTo>
                  <a:pt x="2347" y="11"/>
                </a:lnTo>
                <a:lnTo>
                  <a:pt x="2347" y="11"/>
                </a:lnTo>
                <a:lnTo>
                  <a:pt x="2364" y="12"/>
                </a:lnTo>
                <a:lnTo>
                  <a:pt x="2365" y="12"/>
                </a:lnTo>
                <a:lnTo>
                  <a:pt x="2381" y="13"/>
                </a:lnTo>
                <a:lnTo>
                  <a:pt x="2381" y="13"/>
                </a:lnTo>
                <a:lnTo>
                  <a:pt x="2395" y="15"/>
                </a:lnTo>
                <a:lnTo>
                  <a:pt x="2396" y="15"/>
                </a:lnTo>
                <a:lnTo>
                  <a:pt x="2409" y="18"/>
                </a:lnTo>
                <a:lnTo>
                  <a:pt x="2409" y="18"/>
                </a:lnTo>
                <a:lnTo>
                  <a:pt x="2421" y="20"/>
                </a:lnTo>
                <a:lnTo>
                  <a:pt x="2421" y="21"/>
                </a:lnTo>
                <a:lnTo>
                  <a:pt x="2431" y="24"/>
                </a:lnTo>
                <a:lnTo>
                  <a:pt x="2432" y="24"/>
                </a:lnTo>
                <a:lnTo>
                  <a:pt x="2441" y="28"/>
                </a:lnTo>
                <a:lnTo>
                  <a:pt x="2442" y="28"/>
                </a:lnTo>
                <a:lnTo>
                  <a:pt x="2450" y="33"/>
                </a:lnTo>
                <a:lnTo>
                  <a:pt x="2451" y="33"/>
                </a:lnTo>
                <a:lnTo>
                  <a:pt x="2459" y="38"/>
                </a:lnTo>
                <a:lnTo>
                  <a:pt x="2460" y="39"/>
                </a:lnTo>
                <a:lnTo>
                  <a:pt x="2468" y="45"/>
                </a:lnTo>
                <a:lnTo>
                  <a:pt x="2468" y="45"/>
                </a:lnTo>
                <a:lnTo>
                  <a:pt x="2475" y="52"/>
                </a:lnTo>
                <a:lnTo>
                  <a:pt x="2476" y="52"/>
                </a:lnTo>
                <a:lnTo>
                  <a:pt x="2482" y="59"/>
                </a:lnTo>
                <a:lnTo>
                  <a:pt x="2483" y="60"/>
                </a:lnTo>
                <a:lnTo>
                  <a:pt x="2489" y="68"/>
                </a:lnTo>
                <a:lnTo>
                  <a:pt x="2490" y="68"/>
                </a:lnTo>
                <a:lnTo>
                  <a:pt x="2496" y="77"/>
                </a:lnTo>
                <a:lnTo>
                  <a:pt x="2496" y="77"/>
                </a:lnTo>
                <a:lnTo>
                  <a:pt x="2501" y="86"/>
                </a:lnTo>
                <a:lnTo>
                  <a:pt x="2501" y="87"/>
                </a:lnTo>
                <a:lnTo>
                  <a:pt x="2506" y="96"/>
                </a:lnTo>
                <a:lnTo>
                  <a:pt x="2506" y="97"/>
                </a:lnTo>
                <a:lnTo>
                  <a:pt x="2510" y="107"/>
                </a:lnTo>
                <a:lnTo>
                  <a:pt x="2510" y="107"/>
                </a:lnTo>
                <a:lnTo>
                  <a:pt x="2513" y="117"/>
                </a:lnTo>
                <a:lnTo>
                  <a:pt x="2514" y="118"/>
                </a:lnTo>
                <a:lnTo>
                  <a:pt x="2516" y="128"/>
                </a:lnTo>
                <a:lnTo>
                  <a:pt x="2516" y="129"/>
                </a:lnTo>
                <a:lnTo>
                  <a:pt x="2518" y="139"/>
                </a:lnTo>
                <a:lnTo>
                  <a:pt x="2518" y="140"/>
                </a:lnTo>
                <a:lnTo>
                  <a:pt x="2519" y="151"/>
                </a:lnTo>
                <a:lnTo>
                  <a:pt x="2519" y="151"/>
                </a:lnTo>
                <a:lnTo>
                  <a:pt x="2519" y="163"/>
                </a:lnTo>
                <a:lnTo>
                  <a:pt x="2519" y="163"/>
                </a:lnTo>
                <a:lnTo>
                  <a:pt x="2519" y="178"/>
                </a:lnTo>
                <a:lnTo>
                  <a:pt x="2519" y="178"/>
                </a:lnTo>
                <a:lnTo>
                  <a:pt x="2517" y="192"/>
                </a:lnTo>
                <a:lnTo>
                  <a:pt x="2517" y="192"/>
                </a:lnTo>
                <a:lnTo>
                  <a:pt x="2514" y="205"/>
                </a:lnTo>
                <a:lnTo>
                  <a:pt x="2514" y="206"/>
                </a:lnTo>
                <a:lnTo>
                  <a:pt x="2510" y="219"/>
                </a:lnTo>
                <a:lnTo>
                  <a:pt x="2510" y="219"/>
                </a:lnTo>
                <a:lnTo>
                  <a:pt x="2505" y="231"/>
                </a:lnTo>
                <a:lnTo>
                  <a:pt x="2505" y="231"/>
                </a:lnTo>
                <a:lnTo>
                  <a:pt x="2499" y="243"/>
                </a:lnTo>
                <a:lnTo>
                  <a:pt x="2499" y="243"/>
                </a:lnTo>
                <a:lnTo>
                  <a:pt x="2492" y="254"/>
                </a:lnTo>
                <a:lnTo>
                  <a:pt x="2492" y="254"/>
                </a:lnTo>
                <a:lnTo>
                  <a:pt x="2483" y="264"/>
                </a:lnTo>
                <a:lnTo>
                  <a:pt x="2483" y="264"/>
                </a:lnTo>
                <a:lnTo>
                  <a:pt x="2474" y="274"/>
                </a:lnTo>
                <a:lnTo>
                  <a:pt x="2473" y="274"/>
                </a:lnTo>
                <a:lnTo>
                  <a:pt x="2463" y="282"/>
                </a:lnTo>
                <a:lnTo>
                  <a:pt x="2463" y="283"/>
                </a:lnTo>
                <a:lnTo>
                  <a:pt x="2451" y="290"/>
                </a:lnTo>
                <a:lnTo>
                  <a:pt x="2451" y="290"/>
                </a:lnTo>
                <a:lnTo>
                  <a:pt x="2438" y="297"/>
                </a:lnTo>
                <a:lnTo>
                  <a:pt x="2438" y="297"/>
                </a:lnTo>
                <a:lnTo>
                  <a:pt x="2425" y="302"/>
                </a:lnTo>
                <a:lnTo>
                  <a:pt x="2424" y="303"/>
                </a:lnTo>
                <a:lnTo>
                  <a:pt x="2410" y="307"/>
                </a:lnTo>
                <a:lnTo>
                  <a:pt x="2409" y="308"/>
                </a:lnTo>
                <a:lnTo>
                  <a:pt x="2394" y="311"/>
                </a:lnTo>
                <a:lnTo>
                  <a:pt x="2393" y="312"/>
                </a:lnTo>
                <a:lnTo>
                  <a:pt x="2377" y="315"/>
                </a:lnTo>
                <a:lnTo>
                  <a:pt x="2379" y="304"/>
                </a:lnTo>
                <a:lnTo>
                  <a:pt x="2395" y="314"/>
                </a:lnTo>
                <a:lnTo>
                  <a:pt x="2395" y="315"/>
                </a:lnTo>
                <a:lnTo>
                  <a:pt x="2410" y="325"/>
                </a:lnTo>
                <a:lnTo>
                  <a:pt x="2410" y="326"/>
                </a:lnTo>
                <a:lnTo>
                  <a:pt x="2424" y="337"/>
                </a:lnTo>
                <a:lnTo>
                  <a:pt x="2424" y="337"/>
                </a:lnTo>
                <a:lnTo>
                  <a:pt x="2436" y="349"/>
                </a:lnTo>
                <a:lnTo>
                  <a:pt x="2436" y="350"/>
                </a:lnTo>
                <a:lnTo>
                  <a:pt x="2448" y="364"/>
                </a:lnTo>
                <a:lnTo>
                  <a:pt x="2449" y="364"/>
                </a:lnTo>
                <a:lnTo>
                  <a:pt x="2463" y="383"/>
                </a:lnTo>
                <a:lnTo>
                  <a:pt x="2463" y="383"/>
                </a:lnTo>
                <a:lnTo>
                  <a:pt x="2479" y="407"/>
                </a:lnTo>
                <a:lnTo>
                  <a:pt x="2479" y="407"/>
                </a:lnTo>
                <a:lnTo>
                  <a:pt x="2497" y="436"/>
                </a:lnTo>
                <a:lnTo>
                  <a:pt x="2561" y="538"/>
                </a:lnTo>
                <a:lnTo>
                  <a:pt x="2562" y="540"/>
                </a:lnTo>
                <a:lnTo>
                  <a:pt x="2562" y="542"/>
                </a:lnTo>
                <a:lnTo>
                  <a:pt x="2561" y="544"/>
                </a:lnTo>
                <a:lnTo>
                  <a:pt x="2560" y="546"/>
                </a:lnTo>
                <a:lnTo>
                  <a:pt x="2558" y="547"/>
                </a:lnTo>
                <a:lnTo>
                  <a:pt x="2556" y="547"/>
                </a:lnTo>
                <a:lnTo>
                  <a:pt x="2429" y="547"/>
                </a:lnTo>
                <a:lnTo>
                  <a:pt x="2428" y="547"/>
                </a:lnTo>
                <a:lnTo>
                  <a:pt x="2426" y="546"/>
                </a:lnTo>
                <a:lnTo>
                  <a:pt x="2425" y="544"/>
                </a:lnTo>
                <a:lnTo>
                  <a:pt x="2349" y="430"/>
                </a:lnTo>
                <a:lnTo>
                  <a:pt x="2330" y="402"/>
                </a:lnTo>
                <a:lnTo>
                  <a:pt x="2330" y="402"/>
                </a:lnTo>
                <a:lnTo>
                  <a:pt x="2314" y="380"/>
                </a:lnTo>
                <a:lnTo>
                  <a:pt x="2314" y="380"/>
                </a:lnTo>
                <a:lnTo>
                  <a:pt x="2302" y="364"/>
                </a:lnTo>
                <a:lnTo>
                  <a:pt x="2302" y="364"/>
                </a:lnTo>
                <a:lnTo>
                  <a:pt x="2293" y="353"/>
                </a:lnTo>
                <a:lnTo>
                  <a:pt x="2293" y="354"/>
                </a:lnTo>
                <a:lnTo>
                  <a:pt x="2286" y="346"/>
                </a:lnTo>
                <a:lnTo>
                  <a:pt x="2286" y="347"/>
                </a:lnTo>
                <a:lnTo>
                  <a:pt x="2278" y="341"/>
                </a:lnTo>
                <a:lnTo>
                  <a:pt x="2279" y="341"/>
                </a:lnTo>
                <a:lnTo>
                  <a:pt x="2271" y="336"/>
                </a:lnTo>
                <a:lnTo>
                  <a:pt x="2271" y="337"/>
                </a:lnTo>
                <a:lnTo>
                  <a:pt x="2263" y="333"/>
                </a:lnTo>
                <a:lnTo>
                  <a:pt x="2264" y="333"/>
                </a:lnTo>
                <a:lnTo>
                  <a:pt x="2254" y="331"/>
                </a:lnTo>
                <a:lnTo>
                  <a:pt x="2254" y="331"/>
                </a:lnTo>
                <a:lnTo>
                  <a:pt x="2242" y="329"/>
                </a:lnTo>
                <a:lnTo>
                  <a:pt x="2243" y="329"/>
                </a:lnTo>
                <a:lnTo>
                  <a:pt x="2228" y="328"/>
                </a:lnTo>
                <a:lnTo>
                  <a:pt x="2228" y="328"/>
                </a:lnTo>
                <a:lnTo>
                  <a:pt x="2211" y="328"/>
                </a:lnTo>
                <a:lnTo>
                  <a:pt x="2212" y="328"/>
                </a:lnTo>
                <a:lnTo>
                  <a:pt x="2190" y="328"/>
                </a:lnTo>
                <a:lnTo>
                  <a:pt x="2196" y="322"/>
                </a:lnTo>
                <a:lnTo>
                  <a:pt x="2196" y="541"/>
                </a:lnTo>
                <a:lnTo>
                  <a:pt x="2195" y="543"/>
                </a:lnTo>
                <a:lnTo>
                  <a:pt x="2195" y="545"/>
                </a:lnTo>
                <a:lnTo>
                  <a:pt x="2193" y="546"/>
                </a:lnTo>
                <a:lnTo>
                  <a:pt x="2192" y="547"/>
                </a:lnTo>
                <a:lnTo>
                  <a:pt x="2190" y="547"/>
                </a:lnTo>
                <a:lnTo>
                  <a:pt x="2084" y="547"/>
                </a:lnTo>
                <a:lnTo>
                  <a:pt x="2082" y="547"/>
                </a:lnTo>
                <a:lnTo>
                  <a:pt x="2080" y="546"/>
                </a:lnTo>
                <a:lnTo>
                  <a:pt x="2079" y="545"/>
                </a:lnTo>
                <a:lnTo>
                  <a:pt x="2078" y="543"/>
                </a:lnTo>
                <a:lnTo>
                  <a:pt x="2078" y="541"/>
                </a:lnTo>
                <a:lnTo>
                  <a:pt x="2078" y="16"/>
                </a:lnTo>
                <a:lnTo>
                  <a:pt x="2079" y="16"/>
                </a:lnTo>
                <a:close/>
                <a:moveTo>
                  <a:pt x="2090" y="541"/>
                </a:moveTo>
                <a:lnTo>
                  <a:pt x="2084" y="535"/>
                </a:lnTo>
                <a:lnTo>
                  <a:pt x="2191" y="535"/>
                </a:lnTo>
                <a:lnTo>
                  <a:pt x="2185" y="541"/>
                </a:lnTo>
                <a:lnTo>
                  <a:pt x="2185" y="322"/>
                </a:lnTo>
                <a:lnTo>
                  <a:pt x="2185" y="320"/>
                </a:lnTo>
                <a:lnTo>
                  <a:pt x="2186" y="318"/>
                </a:lnTo>
                <a:lnTo>
                  <a:pt x="2187" y="317"/>
                </a:lnTo>
                <a:lnTo>
                  <a:pt x="2189" y="316"/>
                </a:lnTo>
                <a:lnTo>
                  <a:pt x="2191" y="316"/>
                </a:lnTo>
                <a:lnTo>
                  <a:pt x="2212" y="316"/>
                </a:lnTo>
                <a:lnTo>
                  <a:pt x="2212" y="316"/>
                </a:lnTo>
                <a:lnTo>
                  <a:pt x="2229" y="316"/>
                </a:lnTo>
                <a:lnTo>
                  <a:pt x="2230" y="316"/>
                </a:lnTo>
                <a:lnTo>
                  <a:pt x="2244" y="317"/>
                </a:lnTo>
                <a:lnTo>
                  <a:pt x="2245" y="317"/>
                </a:lnTo>
                <a:lnTo>
                  <a:pt x="2257" y="319"/>
                </a:lnTo>
                <a:lnTo>
                  <a:pt x="2257" y="319"/>
                </a:lnTo>
                <a:lnTo>
                  <a:pt x="2267" y="322"/>
                </a:lnTo>
                <a:lnTo>
                  <a:pt x="2268" y="322"/>
                </a:lnTo>
                <a:lnTo>
                  <a:pt x="2276" y="326"/>
                </a:lnTo>
                <a:lnTo>
                  <a:pt x="2277" y="326"/>
                </a:lnTo>
                <a:lnTo>
                  <a:pt x="2285" y="331"/>
                </a:lnTo>
                <a:lnTo>
                  <a:pt x="2286" y="331"/>
                </a:lnTo>
                <a:lnTo>
                  <a:pt x="2294" y="337"/>
                </a:lnTo>
                <a:lnTo>
                  <a:pt x="2294" y="338"/>
                </a:lnTo>
                <a:lnTo>
                  <a:pt x="2302" y="345"/>
                </a:lnTo>
                <a:lnTo>
                  <a:pt x="2302" y="346"/>
                </a:lnTo>
                <a:lnTo>
                  <a:pt x="2311" y="356"/>
                </a:lnTo>
                <a:lnTo>
                  <a:pt x="2311" y="357"/>
                </a:lnTo>
                <a:lnTo>
                  <a:pt x="2324" y="373"/>
                </a:lnTo>
                <a:lnTo>
                  <a:pt x="2324" y="373"/>
                </a:lnTo>
                <a:lnTo>
                  <a:pt x="2340" y="396"/>
                </a:lnTo>
                <a:lnTo>
                  <a:pt x="2340" y="396"/>
                </a:lnTo>
                <a:lnTo>
                  <a:pt x="2358" y="423"/>
                </a:lnTo>
                <a:lnTo>
                  <a:pt x="2435" y="538"/>
                </a:lnTo>
                <a:lnTo>
                  <a:pt x="2430" y="536"/>
                </a:lnTo>
                <a:lnTo>
                  <a:pt x="2557" y="536"/>
                </a:lnTo>
                <a:lnTo>
                  <a:pt x="2552" y="544"/>
                </a:lnTo>
                <a:lnTo>
                  <a:pt x="2488" y="442"/>
                </a:lnTo>
                <a:lnTo>
                  <a:pt x="2470" y="414"/>
                </a:lnTo>
                <a:lnTo>
                  <a:pt x="2470" y="414"/>
                </a:lnTo>
                <a:lnTo>
                  <a:pt x="2454" y="390"/>
                </a:lnTo>
                <a:lnTo>
                  <a:pt x="2454" y="390"/>
                </a:lnTo>
                <a:lnTo>
                  <a:pt x="2440" y="371"/>
                </a:lnTo>
                <a:lnTo>
                  <a:pt x="2440" y="371"/>
                </a:lnTo>
                <a:lnTo>
                  <a:pt x="2428" y="357"/>
                </a:lnTo>
                <a:lnTo>
                  <a:pt x="2428" y="357"/>
                </a:lnTo>
                <a:lnTo>
                  <a:pt x="2416" y="345"/>
                </a:lnTo>
                <a:lnTo>
                  <a:pt x="2417" y="346"/>
                </a:lnTo>
                <a:lnTo>
                  <a:pt x="2403" y="334"/>
                </a:lnTo>
                <a:lnTo>
                  <a:pt x="2404" y="335"/>
                </a:lnTo>
                <a:lnTo>
                  <a:pt x="2389" y="324"/>
                </a:lnTo>
                <a:lnTo>
                  <a:pt x="2389" y="324"/>
                </a:lnTo>
                <a:lnTo>
                  <a:pt x="2373" y="314"/>
                </a:lnTo>
                <a:lnTo>
                  <a:pt x="2371" y="312"/>
                </a:lnTo>
                <a:lnTo>
                  <a:pt x="2370" y="311"/>
                </a:lnTo>
                <a:lnTo>
                  <a:pt x="2370" y="309"/>
                </a:lnTo>
                <a:lnTo>
                  <a:pt x="2371" y="307"/>
                </a:lnTo>
                <a:lnTo>
                  <a:pt x="2372" y="305"/>
                </a:lnTo>
                <a:lnTo>
                  <a:pt x="2373" y="304"/>
                </a:lnTo>
                <a:lnTo>
                  <a:pt x="2375" y="303"/>
                </a:lnTo>
                <a:lnTo>
                  <a:pt x="2392" y="300"/>
                </a:lnTo>
                <a:lnTo>
                  <a:pt x="2391" y="300"/>
                </a:lnTo>
                <a:lnTo>
                  <a:pt x="2407" y="296"/>
                </a:lnTo>
                <a:lnTo>
                  <a:pt x="2406" y="297"/>
                </a:lnTo>
                <a:lnTo>
                  <a:pt x="2421" y="292"/>
                </a:lnTo>
                <a:lnTo>
                  <a:pt x="2421" y="292"/>
                </a:lnTo>
                <a:lnTo>
                  <a:pt x="2434" y="286"/>
                </a:lnTo>
                <a:lnTo>
                  <a:pt x="2434" y="286"/>
                </a:lnTo>
                <a:lnTo>
                  <a:pt x="2446" y="280"/>
                </a:lnTo>
                <a:lnTo>
                  <a:pt x="2446" y="280"/>
                </a:lnTo>
                <a:lnTo>
                  <a:pt x="2457" y="273"/>
                </a:lnTo>
                <a:lnTo>
                  <a:pt x="2456" y="273"/>
                </a:lnTo>
                <a:lnTo>
                  <a:pt x="2467" y="265"/>
                </a:lnTo>
                <a:lnTo>
                  <a:pt x="2466" y="265"/>
                </a:lnTo>
                <a:lnTo>
                  <a:pt x="2475" y="256"/>
                </a:lnTo>
                <a:lnTo>
                  <a:pt x="2475" y="257"/>
                </a:lnTo>
                <a:lnTo>
                  <a:pt x="2483" y="247"/>
                </a:lnTo>
                <a:lnTo>
                  <a:pt x="2483" y="247"/>
                </a:lnTo>
                <a:lnTo>
                  <a:pt x="2490" y="237"/>
                </a:lnTo>
                <a:lnTo>
                  <a:pt x="2489" y="237"/>
                </a:lnTo>
                <a:lnTo>
                  <a:pt x="2495" y="226"/>
                </a:lnTo>
                <a:lnTo>
                  <a:pt x="2495" y="226"/>
                </a:lnTo>
                <a:lnTo>
                  <a:pt x="2500" y="214"/>
                </a:lnTo>
                <a:lnTo>
                  <a:pt x="2500" y="215"/>
                </a:lnTo>
                <a:lnTo>
                  <a:pt x="2504" y="202"/>
                </a:lnTo>
                <a:lnTo>
                  <a:pt x="2503" y="203"/>
                </a:lnTo>
                <a:lnTo>
                  <a:pt x="2506" y="190"/>
                </a:lnTo>
                <a:lnTo>
                  <a:pt x="2506" y="190"/>
                </a:lnTo>
                <a:lnTo>
                  <a:pt x="2508" y="176"/>
                </a:lnTo>
                <a:lnTo>
                  <a:pt x="2508" y="177"/>
                </a:lnTo>
                <a:lnTo>
                  <a:pt x="2508" y="162"/>
                </a:lnTo>
                <a:lnTo>
                  <a:pt x="2508" y="163"/>
                </a:lnTo>
                <a:lnTo>
                  <a:pt x="2508" y="151"/>
                </a:lnTo>
                <a:lnTo>
                  <a:pt x="2508" y="152"/>
                </a:lnTo>
                <a:lnTo>
                  <a:pt x="2507" y="140"/>
                </a:lnTo>
                <a:lnTo>
                  <a:pt x="2507" y="141"/>
                </a:lnTo>
                <a:lnTo>
                  <a:pt x="2505" y="130"/>
                </a:lnTo>
                <a:lnTo>
                  <a:pt x="2505" y="131"/>
                </a:lnTo>
                <a:lnTo>
                  <a:pt x="2503" y="120"/>
                </a:lnTo>
                <a:lnTo>
                  <a:pt x="2503" y="120"/>
                </a:lnTo>
                <a:lnTo>
                  <a:pt x="2499" y="110"/>
                </a:lnTo>
                <a:lnTo>
                  <a:pt x="2500" y="111"/>
                </a:lnTo>
                <a:lnTo>
                  <a:pt x="2496" y="101"/>
                </a:lnTo>
                <a:lnTo>
                  <a:pt x="2496" y="101"/>
                </a:lnTo>
                <a:lnTo>
                  <a:pt x="2491" y="92"/>
                </a:lnTo>
                <a:lnTo>
                  <a:pt x="2491" y="92"/>
                </a:lnTo>
                <a:lnTo>
                  <a:pt x="2486" y="83"/>
                </a:lnTo>
                <a:lnTo>
                  <a:pt x="2486" y="83"/>
                </a:lnTo>
                <a:lnTo>
                  <a:pt x="2480" y="74"/>
                </a:lnTo>
                <a:lnTo>
                  <a:pt x="2480" y="75"/>
                </a:lnTo>
                <a:lnTo>
                  <a:pt x="2474" y="67"/>
                </a:lnTo>
                <a:lnTo>
                  <a:pt x="2474" y="67"/>
                </a:lnTo>
                <a:lnTo>
                  <a:pt x="2467" y="60"/>
                </a:lnTo>
                <a:lnTo>
                  <a:pt x="2468" y="60"/>
                </a:lnTo>
                <a:lnTo>
                  <a:pt x="2460" y="53"/>
                </a:lnTo>
                <a:lnTo>
                  <a:pt x="2461" y="54"/>
                </a:lnTo>
                <a:lnTo>
                  <a:pt x="2453" y="48"/>
                </a:lnTo>
                <a:lnTo>
                  <a:pt x="2453" y="48"/>
                </a:lnTo>
                <a:lnTo>
                  <a:pt x="2445" y="43"/>
                </a:lnTo>
                <a:lnTo>
                  <a:pt x="2445" y="43"/>
                </a:lnTo>
                <a:lnTo>
                  <a:pt x="2436" y="39"/>
                </a:lnTo>
                <a:lnTo>
                  <a:pt x="2437" y="39"/>
                </a:lnTo>
                <a:lnTo>
                  <a:pt x="2428" y="35"/>
                </a:lnTo>
                <a:lnTo>
                  <a:pt x="2428" y="35"/>
                </a:lnTo>
                <a:lnTo>
                  <a:pt x="2418" y="32"/>
                </a:lnTo>
                <a:lnTo>
                  <a:pt x="2418" y="32"/>
                </a:lnTo>
                <a:lnTo>
                  <a:pt x="2407" y="29"/>
                </a:lnTo>
                <a:lnTo>
                  <a:pt x="2407" y="29"/>
                </a:lnTo>
                <a:lnTo>
                  <a:pt x="2394" y="27"/>
                </a:lnTo>
                <a:lnTo>
                  <a:pt x="2394" y="27"/>
                </a:lnTo>
                <a:lnTo>
                  <a:pt x="2379" y="25"/>
                </a:lnTo>
                <a:lnTo>
                  <a:pt x="2380" y="25"/>
                </a:lnTo>
                <a:lnTo>
                  <a:pt x="2364" y="23"/>
                </a:lnTo>
                <a:lnTo>
                  <a:pt x="2364" y="23"/>
                </a:lnTo>
                <a:lnTo>
                  <a:pt x="2346" y="22"/>
                </a:lnTo>
                <a:lnTo>
                  <a:pt x="2346" y="22"/>
                </a:lnTo>
                <a:lnTo>
                  <a:pt x="2328" y="22"/>
                </a:lnTo>
                <a:lnTo>
                  <a:pt x="2328" y="22"/>
                </a:lnTo>
                <a:lnTo>
                  <a:pt x="2307" y="21"/>
                </a:lnTo>
                <a:lnTo>
                  <a:pt x="2084" y="21"/>
                </a:lnTo>
                <a:lnTo>
                  <a:pt x="2090" y="16"/>
                </a:lnTo>
                <a:lnTo>
                  <a:pt x="2090" y="541"/>
                </a:lnTo>
                <a:lnTo>
                  <a:pt x="2090" y="541"/>
                </a:lnTo>
                <a:close/>
                <a:moveTo>
                  <a:pt x="2269" y="232"/>
                </a:moveTo>
                <a:lnTo>
                  <a:pt x="2303" y="231"/>
                </a:lnTo>
                <a:lnTo>
                  <a:pt x="2303" y="231"/>
                </a:lnTo>
                <a:lnTo>
                  <a:pt x="2331" y="230"/>
                </a:lnTo>
                <a:lnTo>
                  <a:pt x="2330" y="230"/>
                </a:lnTo>
                <a:lnTo>
                  <a:pt x="2341" y="229"/>
                </a:lnTo>
                <a:lnTo>
                  <a:pt x="2341" y="229"/>
                </a:lnTo>
                <a:lnTo>
                  <a:pt x="2350" y="228"/>
                </a:lnTo>
                <a:lnTo>
                  <a:pt x="2350" y="228"/>
                </a:lnTo>
                <a:lnTo>
                  <a:pt x="2358" y="227"/>
                </a:lnTo>
                <a:lnTo>
                  <a:pt x="2357" y="227"/>
                </a:lnTo>
                <a:lnTo>
                  <a:pt x="2363" y="225"/>
                </a:lnTo>
                <a:lnTo>
                  <a:pt x="2362" y="226"/>
                </a:lnTo>
                <a:lnTo>
                  <a:pt x="2371" y="222"/>
                </a:lnTo>
                <a:lnTo>
                  <a:pt x="2370" y="222"/>
                </a:lnTo>
                <a:lnTo>
                  <a:pt x="2378" y="217"/>
                </a:lnTo>
                <a:lnTo>
                  <a:pt x="2377" y="218"/>
                </a:lnTo>
                <a:lnTo>
                  <a:pt x="2384" y="212"/>
                </a:lnTo>
                <a:lnTo>
                  <a:pt x="2384" y="213"/>
                </a:lnTo>
                <a:lnTo>
                  <a:pt x="2390" y="205"/>
                </a:lnTo>
                <a:lnTo>
                  <a:pt x="2389" y="206"/>
                </a:lnTo>
                <a:lnTo>
                  <a:pt x="2392" y="202"/>
                </a:lnTo>
                <a:lnTo>
                  <a:pt x="2391" y="202"/>
                </a:lnTo>
                <a:lnTo>
                  <a:pt x="2394" y="198"/>
                </a:lnTo>
                <a:lnTo>
                  <a:pt x="2394" y="198"/>
                </a:lnTo>
                <a:lnTo>
                  <a:pt x="2395" y="194"/>
                </a:lnTo>
                <a:lnTo>
                  <a:pt x="2395" y="194"/>
                </a:lnTo>
                <a:lnTo>
                  <a:pt x="2397" y="190"/>
                </a:lnTo>
                <a:lnTo>
                  <a:pt x="2397" y="190"/>
                </a:lnTo>
                <a:lnTo>
                  <a:pt x="2398" y="185"/>
                </a:lnTo>
                <a:lnTo>
                  <a:pt x="2398" y="185"/>
                </a:lnTo>
                <a:lnTo>
                  <a:pt x="2398" y="180"/>
                </a:lnTo>
                <a:lnTo>
                  <a:pt x="2398" y="180"/>
                </a:lnTo>
                <a:lnTo>
                  <a:pt x="2399" y="175"/>
                </a:lnTo>
                <a:lnTo>
                  <a:pt x="2399" y="175"/>
                </a:lnTo>
                <a:lnTo>
                  <a:pt x="2399" y="169"/>
                </a:lnTo>
                <a:lnTo>
                  <a:pt x="2399" y="170"/>
                </a:lnTo>
                <a:lnTo>
                  <a:pt x="2399" y="163"/>
                </a:lnTo>
                <a:lnTo>
                  <a:pt x="2399" y="164"/>
                </a:lnTo>
                <a:lnTo>
                  <a:pt x="2398" y="157"/>
                </a:lnTo>
                <a:lnTo>
                  <a:pt x="2398" y="158"/>
                </a:lnTo>
                <a:lnTo>
                  <a:pt x="2397" y="152"/>
                </a:lnTo>
                <a:lnTo>
                  <a:pt x="2397" y="152"/>
                </a:lnTo>
                <a:lnTo>
                  <a:pt x="2396" y="147"/>
                </a:lnTo>
                <a:lnTo>
                  <a:pt x="2396" y="147"/>
                </a:lnTo>
                <a:lnTo>
                  <a:pt x="2394" y="142"/>
                </a:lnTo>
                <a:lnTo>
                  <a:pt x="2394" y="143"/>
                </a:lnTo>
                <a:lnTo>
                  <a:pt x="2392" y="138"/>
                </a:lnTo>
                <a:lnTo>
                  <a:pt x="2392" y="138"/>
                </a:lnTo>
                <a:lnTo>
                  <a:pt x="2389" y="134"/>
                </a:lnTo>
                <a:lnTo>
                  <a:pt x="2389" y="134"/>
                </a:lnTo>
                <a:lnTo>
                  <a:pt x="2386" y="130"/>
                </a:lnTo>
                <a:lnTo>
                  <a:pt x="2386" y="130"/>
                </a:lnTo>
                <a:lnTo>
                  <a:pt x="2383" y="126"/>
                </a:lnTo>
                <a:lnTo>
                  <a:pt x="2383" y="127"/>
                </a:lnTo>
                <a:lnTo>
                  <a:pt x="2379" y="123"/>
                </a:lnTo>
                <a:lnTo>
                  <a:pt x="2379" y="124"/>
                </a:lnTo>
                <a:lnTo>
                  <a:pt x="2375" y="121"/>
                </a:lnTo>
                <a:lnTo>
                  <a:pt x="2375" y="121"/>
                </a:lnTo>
                <a:lnTo>
                  <a:pt x="2371" y="118"/>
                </a:lnTo>
                <a:lnTo>
                  <a:pt x="2371" y="119"/>
                </a:lnTo>
                <a:lnTo>
                  <a:pt x="2366" y="116"/>
                </a:lnTo>
                <a:lnTo>
                  <a:pt x="2366" y="116"/>
                </a:lnTo>
                <a:lnTo>
                  <a:pt x="2361" y="114"/>
                </a:lnTo>
                <a:lnTo>
                  <a:pt x="2361" y="114"/>
                </a:lnTo>
                <a:lnTo>
                  <a:pt x="2355" y="113"/>
                </a:lnTo>
                <a:lnTo>
                  <a:pt x="2356" y="113"/>
                </a:lnTo>
                <a:lnTo>
                  <a:pt x="2350" y="112"/>
                </a:lnTo>
                <a:lnTo>
                  <a:pt x="2350" y="112"/>
                </a:lnTo>
                <a:lnTo>
                  <a:pt x="2341" y="111"/>
                </a:lnTo>
                <a:lnTo>
                  <a:pt x="2341" y="111"/>
                </a:lnTo>
                <a:lnTo>
                  <a:pt x="2325" y="111"/>
                </a:lnTo>
                <a:lnTo>
                  <a:pt x="2325" y="111"/>
                </a:lnTo>
                <a:lnTo>
                  <a:pt x="2273" y="110"/>
                </a:lnTo>
                <a:lnTo>
                  <a:pt x="2191" y="110"/>
                </a:lnTo>
                <a:lnTo>
                  <a:pt x="2197" y="104"/>
                </a:lnTo>
                <a:lnTo>
                  <a:pt x="2197" y="238"/>
                </a:lnTo>
                <a:lnTo>
                  <a:pt x="2191" y="232"/>
                </a:lnTo>
                <a:lnTo>
                  <a:pt x="2269" y="232"/>
                </a:lnTo>
                <a:lnTo>
                  <a:pt x="2269" y="232"/>
                </a:lnTo>
                <a:close/>
                <a:moveTo>
                  <a:pt x="2190" y="243"/>
                </a:moveTo>
                <a:lnTo>
                  <a:pt x="2189" y="243"/>
                </a:lnTo>
                <a:lnTo>
                  <a:pt x="2187" y="242"/>
                </a:lnTo>
                <a:lnTo>
                  <a:pt x="2186" y="241"/>
                </a:lnTo>
                <a:lnTo>
                  <a:pt x="2185" y="239"/>
                </a:lnTo>
                <a:lnTo>
                  <a:pt x="2185" y="238"/>
                </a:lnTo>
                <a:lnTo>
                  <a:pt x="2185" y="104"/>
                </a:lnTo>
                <a:lnTo>
                  <a:pt x="2185" y="102"/>
                </a:lnTo>
                <a:lnTo>
                  <a:pt x="2186" y="101"/>
                </a:lnTo>
                <a:lnTo>
                  <a:pt x="2187" y="100"/>
                </a:lnTo>
                <a:lnTo>
                  <a:pt x="2189" y="99"/>
                </a:lnTo>
                <a:lnTo>
                  <a:pt x="2190" y="99"/>
                </a:lnTo>
                <a:lnTo>
                  <a:pt x="2273" y="99"/>
                </a:lnTo>
                <a:lnTo>
                  <a:pt x="2325" y="99"/>
                </a:lnTo>
                <a:lnTo>
                  <a:pt x="2325" y="99"/>
                </a:lnTo>
                <a:lnTo>
                  <a:pt x="2341" y="100"/>
                </a:lnTo>
                <a:lnTo>
                  <a:pt x="2341" y="100"/>
                </a:lnTo>
                <a:lnTo>
                  <a:pt x="2351" y="100"/>
                </a:lnTo>
                <a:lnTo>
                  <a:pt x="2351" y="101"/>
                </a:lnTo>
                <a:lnTo>
                  <a:pt x="2358" y="102"/>
                </a:lnTo>
                <a:lnTo>
                  <a:pt x="2358" y="102"/>
                </a:lnTo>
                <a:lnTo>
                  <a:pt x="2364" y="104"/>
                </a:lnTo>
                <a:lnTo>
                  <a:pt x="2364" y="104"/>
                </a:lnTo>
                <a:lnTo>
                  <a:pt x="2370" y="106"/>
                </a:lnTo>
                <a:lnTo>
                  <a:pt x="2370" y="106"/>
                </a:lnTo>
                <a:lnTo>
                  <a:pt x="2376" y="108"/>
                </a:lnTo>
                <a:lnTo>
                  <a:pt x="2376" y="108"/>
                </a:lnTo>
                <a:lnTo>
                  <a:pt x="2381" y="111"/>
                </a:lnTo>
                <a:lnTo>
                  <a:pt x="2381" y="111"/>
                </a:lnTo>
                <a:lnTo>
                  <a:pt x="2386" y="115"/>
                </a:lnTo>
                <a:lnTo>
                  <a:pt x="2386" y="115"/>
                </a:lnTo>
                <a:lnTo>
                  <a:pt x="2390" y="118"/>
                </a:lnTo>
                <a:lnTo>
                  <a:pt x="2391" y="119"/>
                </a:lnTo>
                <a:lnTo>
                  <a:pt x="2394" y="123"/>
                </a:lnTo>
                <a:lnTo>
                  <a:pt x="2395" y="123"/>
                </a:lnTo>
                <a:lnTo>
                  <a:pt x="2398" y="127"/>
                </a:lnTo>
                <a:lnTo>
                  <a:pt x="2398" y="128"/>
                </a:lnTo>
                <a:lnTo>
                  <a:pt x="2401" y="132"/>
                </a:lnTo>
                <a:lnTo>
                  <a:pt x="2401" y="133"/>
                </a:lnTo>
                <a:lnTo>
                  <a:pt x="2404" y="138"/>
                </a:lnTo>
                <a:lnTo>
                  <a:pt x="2404" y="138"/>
                </a:lnTo>
                <a:lnTo>
                  <a:pt x="2406" y="143"/>
                </a:lnTo>
                <a:lnTo>
                  <a:pt x="2406" y="144"/>
                </a:lnTo>
                <a:lnTo>
                  <a:pt x="2408" y="149"/>
                </a:lnTo>
                <a:lnTo>
                  <a:pt x="2408" y="150"/>
                </a:lnTo>
                <a:lnTo>
                  <a:pt x="2409" y="156"/>
                </a:lnTo>
                <a:lnTo>
                  <a:pt x="2409" y="156"/>
                </a:lnTo>
                <a:lnTo>
                  <a:pt x="2409" y="162"/>
                </a:lnTo>
                <a:lnTo>
                  <a:pt x="2409" y="163"/>
                </a:lnTo>
                <a:lnTo>
                  <a:pt x="2410" y="169"/>
                </a:lnTo>
                <a:lnTo>
                  <a:pt x="2410" y="169"/>
                </a:lnTo>
                <a:lnTo>
                  <a:pt x="2409" y="175"/>
                </a:lnTo>
                <a:lnTo>
                  <a:pt x="2409" y="176"/>
                </a:lnTo>
                <a:lnTo>
                  <a:pt x="2409" y="181"/>
                </a:lnTo>
                <a:lnTo>
                  <a:pt x="2409" y="182"/>
                </a:lnTo>
                <a:lnTo>
                  <a:pt x="2408" y="187"/>
                </a:lnTo>
                <a:lnTo>
                  <a:pt x="2408" y="187"/>
                </a:lnTo>
                <a:lnTo>
                  <a:pt x="2407" y="192"/>
                </a:lnTo>
                <a:lnTo>
                  <a:pt x="2407" y="193"/>
                </a:lnTo>
                <a:lnTo>
                  <a:pt x="2405" y="198"/>
                </a:lnTo>
                <a:lnTo>
                  <a:pt x="2405" y="198"/>
                </a:lnTo>
                <a:lnTo>
                  <a:pt x="2403" y="202"/>
                </a:lnTo>
                <a:lnTo>
                  <a:pt x="2403" y="203"/>
                </a:lnTo>
                <a:lnTo>
                  <a:pt x="2401" y="207"/>
                </a:lnTo>
                <a:lnTo>
                  <a:pt x="2400" y="208"/>
                </a:lnTo>
                <a:lnTo>
                  <a:pt x="2398" y="212"/>
                </a:lnTo>
                <a:lnTo>
                  <a:pt x="2397" y="212"/>
                </a:lnTo>
                <a:lnTo>
                  <a:pt x="2392" y="220"/>
                </a:lnTo>
                <a:lnTo>
                  <a:pt x="2391" y="220"/>
                </a:lnTo>
                <a:lnTo>
                  <a:pt x="2385" y="226"/>
                </a:lnTo>
                <a:lnTo>
                  <a:pt x="2384" y="227"/>
                </a:lnTo>
                <a:lnTo>
                  <a:pt x="2376" y="232"/>
                </a:lnTo>
                <a:lnTo>
                  <a:pt x="2375" y="232"/>
                </a:lnTo>
                <a:lnTo>
                  <a:pt x="2366" y="236"/>
                </a:lnTo>
                <a:lnTo>
                  <a:pt x="2365" y="237"/>
                </a:lnTo>
                <a:lnTo>
                  <a:pt x="2360" y="238"/>
                </a:lnTo>
                <a:lnTo>
                  <a:pt x="2359" y="238"/>
                </a:lnTo>
                <a:lnTo>
                  <a:pt x="2352" y="240"/>
                </a:lnTo>
                <a:lnTo>
                  <a:pt x="2352" y="240"/>
                </a:lnTo>
                <a:lnTo>
                  <a:pt x="2342" y="241"/>
                </a:lnTo>
                <a:lnTo>
                  <a:pt x="2342" y="241"/>
                </a:lnTo>
                <a:lnTo>
                  <a:pt x="2331" y="241"/>
                </a:lnTo>
                <a:lnTo>
                  <a:pt x="2331" y="241"/>
                </a:lnTo>
                <a:lnTo>
                  <a:pt x="2304" y="243"/>
                </a:lnTo>
                <a:lnTo>
                  <a:pt x="2304" y="243"/>
                </a:lnTo>
                <a:lnTo>
                  <a:pt x="2269" y="243"/>
                </a:lnTo>
                <a:lnTo>
                  <a:pt x="2190" y="243"/>
                </a:lnTo>
                <a:lnTo>
                  <a:pt x="2190" y="243"/>
                </a:lnTo>
                <a:close/>
                <a:moveTo>
                  <a:pt x="2639" y="16"/>
                </a:moveTo>
                <a:lnTo>
                  <a:pt x="2639" y="14"/>
                </a:lnTo>
                <a:lnTo>
                  <a:pt x="2640" y="12"/>
                </a:lnTo>
                <a:lnTo>
                  <a:pt x="2641" y="11"/>
                </a:lnTo>
                <a:lnTo>
                  <a:pt x="2643" y="10"/>
                </a:lnTo>
                <a:lnTo>
                  <a:pt x="2645" y="10"/>
                </a:lnTo>
                <a:lnTo>
                  <a:pt x="3034" y="10"/>
                </a:lnTo>
                <a:lnTo>
                  <a:pt x="3036" y="10"/>
                </a:lnTo>
                <a:lnTo>
                  <a:pt x="3038" y="11"/>
                </a:lnTo>
                <a:lnTo>
                  <a:pt x="3039" y="12"/>
                </a:lnTo>
                <a:lnTo>
                  <a:pt x="3040" y="14"/>
                </a:lnTo>
                <a:lnTo>
                  <a:pt x="3040" y="16"/>
                </a:lnTo>
                <a:lnTo>
                  <a:pt x="3040" y="104"/>
                </a:lnTo>
                <a:lnTo>
                  <a:pt x="3040" y="106"/>
                </a:lnTo>
                <a:lnTo>
                  <a:pt x="3039" y="108"/>
                </a:lnTo>
                <a:lnTo>
                  <a:pt x="3038" y="109"/>
                </a:lnTo>
                <a:lnTo>
                  <a:pt x="3036" y="110"/>
                </a:lnTo>
                <a:lnTo>
                  <a:pt x="3034" y="110"/>
                </a:lnTo>
                <a:lnTo>
                  <a:pt x="2751" y="110"/>
                </a:lnTo>
                <a:lnTo>
                  <a:pt x="2757" y="104"/>
                </a:lnTo>
                <a:lnTo>
                  <a:pt x="2757" y="221"/>
                </a:lnTo>
                <a:lnTo>
                  <a:pt x="2751" y="215"/>
                </a:lnTo>
                <a:lnTo>
                  <a:pt x="3015" y="215"/>
                </a:lnTo>
                <a:lnTo>
                  <a:pt x="3016" y="215"/>
                </a:lnTo>
                <a:lnTo>
                  <a:pt x="3018" y="216"/>
                </a:lnTo>
                <a:lnTo>
                  <a:pt x="3019" y="217"/>
                </a:lnTo>
                <a:lnTo>
                  <a:pt x="3020" y="219"/>
                </a:lnTo>
                <a:lnTo>
                  <a:pt x="3020" y="221"/>
                </a:lnTo>
                <a:lnTo>
                  <a:pt x="3020" y="310"/>
                </a:lnTo>
                <a:lnTo>
                  <a:pt x="3020" y="311"/>
                </a:lnTo>
                <a:lnTo>
                  <a:pt x="3019" y="313"/>
                </a:lnTo>
                <a:lnTo>
                  <a:pt x="3018" y="314"/>
                </a:lnTo>
                <a:lnTo>
                  <a:pt x="3016" y="315"/>
                </a:lnTo>
                <a:lnTo>
                  <a:pt x="3014" y="315"/>
                </a:lnTo>
                <a:lnTo>
                  <a:pt x="2751" y="315"/>
                </a:lnTo>
                <a:lnTo>
                  <a:pt x="2757" y="309"/>
                </a:lnTo>
                <a:lnTo>
                  <a:pt x="2757" y="453"/>
                </a:lnTo>
                <a:lnTo>
                  <a:pt x="2751" y="447"/>
                </a:lnTo>
                <a:lnTo>
                  <a:pt x="3044" y="447"/>
                </a:lnTo>
                <a:lnTo>
                  <a:pt x="3046" y="447"/>
                </a:lnTo>
                <a:lnTo>
                  <a:pt x="3048" y="448"/>
                </a:lnTo>
                <a:lnTo>
                  <a:pt x="3049" y="449"/>
                </a:lnTo>
                <a:lnTo>
                  <a:pt x="3050" y="451"/>
                </a:lnTo>
                <a:lnTo>
                  <a:pt x="3050" y="453"/>
                </a:lnTo>
                <a:lnTo>
                  <a:pt x="3050" y="541"/>
                </a:lnTo>
                <a:lnTo>
                  <a:pt x="3050" y="543"/>
                </a:lnTo>
                <a:lnTo>
                  <a:pt x="3049" y="545"/>
                </a:lnTo>
                <a:lnTo>
                  <a:pt x="3048" y="546"/>
                </a:lnTo>
                <a:lnTo>
                  <a:pt x="3046" y="547"/>
                </a:lnTo>
                <a:lnTo>
                  <a:pt x="3044" y="547"/>
                </a:lnTo>
                <a:lnTo>
                  <a:pt x="2645" y="547"/>
                </a:lnTo>
                <a:lnTo>
                  <a:pt x="2643" y="547"/>
                </a:lnTo>
                <a:lnTo>
                  <a:pt x="2641" y="546"/>
                </a:lnTo>
                <a:lnTo>
                  <a:pt x="2640" y="545"/>
                </a:lnTo>
                <a:lnTo>
                  <a:pt x="2639" y="543"/>
                </a:lnTo>
                <a:lnTo>
                  <a:pt x="2639" y="541"/>
                </a:lnTo>
                <a:lnTo>
                  <a:pt x="2639" y="16"/>
                </a:lnTo>
                <a:close/>
                <a:moveTo>
                  <a:pt x="2650" y="541"/>
                </a:moveTo>
                <a:lnTo>
                  <a:pt x="2645" y="536"/>
                </a:lnTo>
                <a:lnTo>
                  <a:pt x="3044" y="536"/>
                </a:lnTo>
                <a:lnTo>
                  <a:pt x="3039" y="541"/>
                </a:lnTo>
                <a:lnTo>
                  <a:pt x="3039" y="453"/>
                </a:lnTo>
                <a:lnTo>
                  <a:pt x="3044" y="458"/>
                </a:lnTo>
                <a:lnTo>
                  <a:pt x="2751" y="458"/>
                </a:lnTo>
                <a:lnTo>
                  <a:pt x="2749" y="458"/>
                </a:lnTo>
                <a:lnTo>
                  <a:pt x="2748" y="457"/>
                </a:lnTo>
                <a:lnTo>
                  <a:pt x="2746" y="456"/>
                </a:lnTo>
                <a:lnTo>
                  <a:pt x="2746" y="454"/>
                </a:lnTo>
                <a:lnTo>
                  <a:pt x="2745" y="453"/>
                </a:lnTo>
                <a:lnTo>
                  <a:pt x="2745" y="309"/>
                </a:lnTo>
                <a:lnTo>
                  <a:pt x="2746" y="308"/>
                </a:lnTo>
                <a:lnTo>
                  <a:pt x="2746" y="306"/>
                </a:lnTo>
                <a:lnTo>
                  <a:pt x="2748" y="305"/>
                </a:lnTo>
                <a:lnTo>
                  <a:pt x="2749" y="304"/>
                </a:lnTo>
                <a:lnTo>
                  <a:pt x="2751" y="304"/>
                </a:lnTo>
                <a:lnTo>
                  <a:pt x="3014" y="304"/>
                </a:lnTo>
                <a:lnTo>
                  <a:pt x="3009" y="309"/>
                </a:lnTo>
                <a:lnTo>
                  <a:pt x="3009" y="221"/>
                </a:lnTo>
                <a:lnTo>
                  <a:pt x="3014" y="226"/>
                </a:lnTo>
                <a:lnTo>
                  <a:pt x="2751" y="226"/>
                </a:lnTo>
                <a:lnTo>
                  <a:pt x="2749" y="226"/>
                </a:lnTo>
                <a:lnTo>
                  <a:pt x="2748" y="225"/>
                </a:lnTo>
                <a:lnTo>
                  <a:pt x="2746" y="224"/>
                </a:lnTo>
                <a:lnTo>
                  <a:pt x="2746" y="222"/>
                </a:lnTo>
                <a:lnTo>
                  <a:pt x="2745" y="221"/>
                </a:lnTo>
                <a:lnTo>
                  <a:pt x="2745" y="104"/>
                </a:lnTo>
                <a:lnTo>
                  <a:pt x="2746" y="103"/>
                </a:lnTo>
                <a:lnTo>
                  <a:pt x="2746" y="101"/>
                </a:lnTo>
                <a:lnTo>
                  <a:pt x="2748" y="100"/>
                </a:lnTo>
                <a:lnTo>
                  <a:pt x="2749" y="99"/>
                </a:lnTo>
                <a:lnTo>
                  <a:pt x="2751" y="99"/>
                </a:lnTo>
                <a:lnTo>
                  <a:pt x="3034" y="99"/>
                </a:lnTo>
                <a:lnTo>
                  <a:pt x="3029" y="104"/>
                </a:lnTo>
                <a:lnTo>
                  <a:pt x="3029" y="16"/>
                </a:lnTo>
                <a:lnTo>
                  <a:pt x="3034" y="21"/>
                </a:lnTo>
                <a:lnTo>
                  <a:pt x="2645" y="21"/>
                </a:lnTo>
                <a:lnTo>
                  <a:pt x="2650" y="16"/>
                </a:lnTo>
                <a:lnTo>
                  <a:pt x="2650" y="541"/>
                </a:lnTo>
                <a:lnTo>
                  <a:pt x="2650" y="541"/>
                </a:lnTo>
                <a:close/>
                <a:moveTo>
                  <a:pt x="3241" y="355"/>
                </a:moveTo>
                <a:lnTo>
                  <a:pt x="3242" y="355"/>
                </a:lnTo>
                <a:lnTo>
                  <a:pt x="3244" y="356"/>
                </a:lnTo>
                <a:lnTo>
                  <a:pt x="3245" y="357"/>
                </a:lnTo>
                <a:lnTo>
                  <a:pt x="3246" y="358"/>
                </a:lnTo>
                <a:lnTo>
                  <a:pt x="3247" y="360"/>
                </a:lnTo>
                <a:lnTo>
                  <a:pt x="3249" y="372"/>
                </a:lnTo>
                <a:lnTo>
                  <a:pt x="3249" y="372"/>
                </a:lnTo>
                <a:lnTo>
                  <a:pt x="3252" y="384"/>
                </a:lnTo>
                <a:lnTo>
                  <a:pt x="3252" y="383"/>
                </a:lnTo>
                <a:lnTo>
                  <a:pt x="3256" y="394"/>
                </a:lnTo>
                <a:lnTo>
                  <a:pt x="3256" y="394"/>
                </a:lnTo>
                <a:lnTo>
                  <a:pt x="3260" y="404"/>
                </a:lnTo>
                <a:lnTo>
                  <a:pt x="3260" y="403"/>
                </a:lnTo>
                <a:lnTo>
                  <a:pt x="3265" y="413"/>
                </a:lnTo>
                <a:lnTo>
                  <a:pt x="3265" y="412"/>
                </a:lnTo>
                <a:lnTo>
                  <a:pt x="3270" y="420"/>
                </a:lnTo>
                <a:lnTo>
                  <a:pt x="3270" y="420"/>
                </a:lnTo>
                <a:lnTo>
                  <a:pt x="3276" y="427"/>
                </a:lnTo>
                <a:lnTo>
                  <a:pt x="3275" y="427"/>
                </a:lnTo>
                <a:lnTo>
                  <a:pt x="3282" y="433"/>
                </a:lnTo>
                <a:lnTo>
                  <a:pt x="3282" y="433"/>
                </a:lnTo>
                <a:lnTo>
                  <a:pt x="3289" y="439"/>
                </a:lnTo>
                <a:lnTo>
                  <a:pt x="3289" y="438"/>
                </a:lnTo>
                <a:lnTo>
                  <a:pt x="3297" y="443"/>
                </a:lnTo>
                <a:lnTo>
                  <a:pt x="3296" y="443"/>
                </a:lnTo>
                <a:lnTo>
                  <a:pt x="3305" y="447"/>
                </a:lnTo>
                <a:lnTo>
                  <a:pt x="3305" y="447"/>
                </a:lnTo>
                <a:lnTo>
                  <a:pt x="3314" y="450"/>
                </a:lnTo>
                <a:lnTo>
                  <a:pt x="3313" y="450"/>
                </a:lnTo>
                <a:lnTo>
                  <a:pt x="3323" y="453"/>
                </a:lnTo>
                <a:lnTo>
                  <a:pt x="3323" y="453"/>
                </a:lnTo>
                <a:lnTo>
                  <a:pt x="3333" y="455"/>
                </a:lnTo>
                <a:lnTo>
                  <a:pt x="3333" y="455"/>
                </a:lnTo>
                <a:lnTo>
                  <a:pt x="3344" y="456"/>
                </a:lnTo>
                <a:lnTo>
                  <a:pt x="3344" y="456"/>
                </a:lnTo>
                <a:lnTo>
                  <a:pt x="3355" y="456"/>
                </a:lnTo>
                <a:lnTo>
                  <a:pt x="3355" y="456"/>
                </a:lnTo>
                <a:lnTo>
                  <a:pt x="3368" y="456"/>
                </a:lnTo>
                <a:lnTo>
                  <a:pt x="3367" y="456"/>
                </a:lnTo>
                <a:lnTo>
                  <a:pt x="3379" y="455"/>
                </a:lnTo>
                <a:lnTo>
                  <a:pt x="3378" y="455"/>
                </a:lnTo>
                <a:lnTo>
                  <a:pt x="3389" y="453"/>
                </a:lnTo>
                <a:lnTo>
                  <a:pt x="3389" y="454"/>
                </a:lnTo>
                <a:lnTo>
                  <a:pt x="3399" y="451"/>
                </a:lnTo>
                <a:lnTo>
                  <a:pt x="3398" y="451"/>
                </a:lnTo>
                <a:lnTo>
                  <a:pt x="3408" y="448"/>
                </a:lnTo>
                <a:lnTo>
                  <a:pt x="3407" y="449"/>
                </a:lnTo>
                <a:lnTo>
                  <a:pt x="3416" y="445"/>
                </a:lnTo>
                <a:lnTo>
                  <a:pt x="3415" y="445"/>
                </a:lnTo>
                <a:lnTo>
                  <a:pt x="3423" y="441"/>
                </a:lnTo>
                <a:lnTo>
                  <a:pt x="3422" y="441"/>
                </a:lnTo>
                <a:lnTo>
                  <a:pt x="3429" y="436"/>
                </a:lnTo>
                <a:lnTo>
                  <a:pt x="3428" y="436"/>
                </a:lnTo>
                <a:lnTo>
                  <a:pt x="3434" y="431"/>
                </a:lnTo>
                <a:lnTo>
                  <a:pt x="3434" y="431"/>
                </a:lnTo>
                <a:lnTo>
                  <a:pt x="3439" y="425"/>
                </a:lnTo>
                <a:lnTo>
                  <a:pt x="3439" y="426"/>
                </a:lnTo>
                <a:lnTo>
                  <a:pt x="3444" y="420"/>
                </a:lnTo>
                <a:lnTo>
                  <a:pt x="3443" y="420"/>
                </a:lnTo>
                <a:lnTo>
                  <a:pt x="3447" y="414"/>
                </a:lnTo>
                <a:lnTo>
                  <a:pt x="3447" y="414"/>
                </a:lnTo>
                <a:lnTo>
                  <a:pt x="3449" y="408"/>
                </a:lnTo>
                <a:lnTo>
                  <a:pt x="3449" y="408"/>
                </a:lnTo>
                <a:lnTo>
                  <a:pt x="3451" y="402"/>
                </a:lnTo>
                <a:lnTo>
                  <a:pt x="3451" y="402"/>
                </a:lnTo>
                <a:lnTo>
                  <a:pt x="3452" y="395"/>
                </a:lnTo>
                <a:lnTo>
                  <a:pt x="3452" y="396"/>
                </a:lnTo>
                <a:lnTo>
                  <a:pt x="3452" y="389"/>
                </a:lnTo>
                <a:lnTo>
                  <a:pt x="3452" y="389"/>
                </a:lnTo>
                <a:lnTo>
                  <a:pt x="3452" y="385"/>
                </a:lnTo>
                <a:lnTo>
                  <a:pt x="3452" y="385"/>
                </a:lnTo>
                <a:lnTo>
                  <a:pt x="3452" y="381"/>
                </a:lnTo>
                <a:lnTo>
                  <a:pt x="3452" y="381"/>
                </a:lnTo>
                <a:lnTo>
                  <a:pt x="3451" y="377"/>
                </a:lnTo>
                <a:lnTo>
                  <a:pt x="3451" y="378"/>
                </a:lnTo>
                <a:lnTo>
                  <a:pt x="3450" y="374"/>
                </a:lnTo>
                <a:lnTo>
                  <a:pt x="3450" y="374"/>
                </a:lnTo>
                <a:lnTo>
                  <a:pt x="3449" y="370"/>
                </a:lnTo>
                <a:lnTo>
                  <a:pt x="3449" y="371"/>
                </a:lnTo>
                <a:lnTo>
                  <a:pt x="3447" y="367"/>
                </a:lnTo>
                <a:lnTo>
                  <a:pt x="3447" y="368"/>
                </a:lnTo>
                <a:lnTo>
                  <a:pt x="3443" y="361"/>
                </a:lnTo>
                <a:lnTo>
                  <a:pt x="3443" y="361"/>
                </a:lnTo>
                <a:lnTo>
                  <a:pt x="3440" y="358"/>
                </a:lnTo>
                <a:lnTo>
                  <a:pt x="3440" y="358"/>
                </a:lnTo>
                <a:lnTo>
                  <a:pt x="3437" y="355"/>
                </a:lnTo>
                <a:lnTo>
                  <a:pt x="3438" y="356"/>
                </a:lnTo>
                <a:lnTo>
                  <a:pt x="3429" y="350"/>
                </a:lnTo>
                <a:lnTo>
                  <a:pt x="3430" y="350"/>
                </a:lnTo>
                <a:lnTo>
                  <a:pt x="3419" y="345"/>
                </a:lnTo>
                <a:lnTo>
                  <a:pt x="3420" y="345"/>
                </a:lnTo>
                <a:lnTo>
                  <a:pt x="3407" y="340"/>
                </a:lnTo>
                <a:lnTo>
                  <a:pt x="3407" y="340"/>
                </a:lnTo>
                <a:lnTo>
                  <a:pt x="3395" y="336"/>
                </a:lnTo>
                <a:lnTo>
                  <a:pt x="3395" y="336"/>
                </a:lnTo>
                <a:lnTo>
                  <a:pt x="3377" y="331"/>
                </a:lnTo>
                <a:lnTo>
                  <a:pt x="3377" y="331"/>
                </a:lnTo>
                <a:lnTo>
                  <a:pt x="3323" y="317"/>
                </a:lnTo>
                <a:lnTo>
                  <a:pt x="3303" y="311"/>
                </a:lnTo>
                <a:lnTo>
                  <a:pt x="3303" y="311"/>
                </a:lnTo>
                <a:lnTo>
                  <a:pt x="3284" y="305"/>
                </a:lnTo>
                <a:lnTo>
                  <a:pt x="3283" y="305"/>
                </a:lnTo>
                <a:lnTo>
                  <a:pt x="3266" y="299"/>
                </a:lnTo>
                <a:lnTo>
                  <a:pt x="3266" y="299"/>
                </a:lnTo>
                <a:lnTo>
                  <a:pt x="3250" y="293"/>
                </a:lnTo>
                <a:lnTo>
                  <a:pt x="3250" y="293"/>
                </a:lnTo>
                <a:lnTo>
                  <a:pt x="3236" y="286"/>
                </a:lnTo>
                <a:lnTo>
                  <a:pt x="3235" y="286"/>
                </a:lnTo>
                <a:lnTo>
                  <a:pt x="3223" y="279"/>
                </a:lnTo>
                <a:lnTo>
                  <a:pt x="3223" y="278"/>
                </a:lnTo>
                <a:lnTo>
                  <a:pt x="3212" y="271"/>
                </a:lnTo>
                <a:lnTo>
                  <a:pt x="3211" y="271"/>
                </a:lnTo>
                <a:lnTo>
                  <a:pt x="3202" y="263"/>
                </a:lnTo>
                <a:lnTo>
                  <a:pt x="3201" y="263"/>
                </a:lnTo>
                <a:lnTo>
                  <a:pt x="3190" y="251"/>
                </a:lnTo>
                <a:lnTo>
                  <a:pt x="3190" y="251"/>
                </a:lnTo>
                <a:lnTo>
                  <a:pt x="3180" y="240"/>
                </a:lnTo>
                <a:lnTo>
                  <a:pt x="3180" y="239"/>
                </a:lnTo>
                <a:lnTo>
                  <a:pt x="3172" y="227"/>
                </a:lnTo>
                <a:lnTo>
                  <a:pt x="3171" y="227"/>
                </a:lnTo>
                <a:lnTo>
                  <a:pt x="3168" y="220"/>
                </a:lnTo>
                <a:lnTo>
                  <a:pt x="3168" y="220"/>
                </a:lnTo>
                <a:lnTo>
                  <a:pt x="3165" y="213"/>
                </a:lnTo>
                <a:lnTo>
                  <a:pt x="3164" y="213"/>
                </a:lnTo>
                <a:lnTo>
                  <a:pt x="3162" y="206"/>
                </a:lnTo>
                <a:lnTo>
                  <a:pt x="3161" y="206"/>
                </a:lnTo>
                <a:lnTo>
                  <a:pt x="3159" y="199"/>
                </a:lnTo>
                <a:lnTo>
                  <a:pt x="3159" y="199"/>
                </a:lnTo>
                <a:lnTo>
                  <a:pt x="3157" y="192"/>
                </a:lnTo>
                <a:lnTo>
                  <a:pt x="3157" y="191"/>
                </a:lnTo>
                <a:lnTo>
                  <a:pt x="3155" y="184"/>
                </a:lnTo>
                <a:lnTo>
                  <a:pt x="3155" y="184"/>
                </a:lnTo>
                <a:lnTo>
                  <a:pt x="3154" y="176"/>
                </a:lnTo>
                <a:lnTo>
                  <a:pt x="3154" y="176"/>
                </a:lnTo>
                <a:lnTo>
                  <a:pt x="3153" y="169"/>
                </a:lnTo>
                <a:lnTo>
                  <a:pt x="3153" y="168"/>
                </a:lnTo>
                <a:lnTo>
                  <a:pt x="3152" y="161"/>
                </a:lnTo>
                <a:lnTo>
                  <a:pt x="3152" y="160"/>
                </a:lnTo>
                <a:lnTo>
                  <a:pt x="3152" y="153"/>
                </a:lnTo>
                <a:lnTo>
                  <a:pt x="3152" y="152"/>
                </a:lnTo>
                <a:lnTo>
                  <a:pt x="3152" y="142"/>
                </a:lnTo>
                <a:lnTo>
                  <a:pt x="3152" y="142"/>
                </a:lnTo>
                <a:lnTo>
                  <a:pt x="3153" y="132"/>
                </a:lnTo>
                <a:lnTo>
                  <a:pt x="3153" y="131"/>
                </a:lnTo>
                <a:lnTo>
                  <a:pt x="3155" y="122"/>
                </a:lnTo>
                <a:lnTo>
                  <a:pt x="3155" y="121"/>
                </a:lnTo>
                <a:lnTo>
                  <a:pt x="3158" y="112"/>
                </a:lnTo>
                <a:lnTo>
                  <a:pt x="3158" y="111"/>
                </a:lnTo>
                <a:lnTo>
                  <a:pt x="3161" y="102"/>
                </a:lnTo>
                <a:lnTo>
                  <a:pt x="3161" y="102"/>
                </a:lnTo>
                <a:lnTo>
                  <a:pt x="3165" y="93"/>
                </a:lnTo>
                <a:lnTo>
                  <a:pt x="3165" y="93"/>
                </a:lnTo>
                <a:lnTo>
                  <a:pt x="3170" y="84"/>
                </a:lnTo>
                <a:lnTo>
                  <a:pt x="3170" y="83"/>
                </a:lnTo>
                <a:lnTo>
                  <a:pt x="3175" y="75"/>
                </a:lnTo>
                <a:lnTo>
                  <a:pt x="3176" y="74"/>
                </a:lnTo>
                <a:lnTo>
                  <a:pt x="3182" y="66"/>
                </a:lnTo>
                <a:lnTo>
                  <a:pt x="3182" y="65"/>
                </a:lnTo>
                <a:lnTo>
                  <a:pt x="3189" y="57"/>
                </a:lnTo>
                <a:lnTo>
                  <a:pt x="3189" y="57"/>
                </a:lnTo>
                <a:lnTo>
                  <a:pt x="3196" y="50"/>
                </a:lnTo>
                <a:lnTo>
                  <a:pt x="3196" y="49"/>
                </a:lnTo>
                <a:lnTo>
                  <a:pt x="3204" y="42"/>
                </a:lnTo>
                <a:lnTo>
                  <a:pt x="3205" y="42"/>
                </a:lnTo>
                <a:lnTo>
                  <a:pt x="3213" y="36"/>
                </a:lnTo>
                <a:lnTo>
                  <a:pt x="3213" y="35"/>
                </a:lnTo>
                <a:lnTo>
                  <a:pt x="3223" y="30"/>
                </a:lnTo>
                <a:lnTo>
                  <a:pt x="3223" y="29"/>
                </a:lnTo>
                <a:lnTo>
                  <a:pt x="3233" y="24"/>
                </a:lnTo>
                <a:lnTo>
                  <a:pt x="3233" y="24"/>
                </a:lnTo>
                <a:lnTo>
                  <a:pt x="3243" y="19"/>
                </a:lnTo>
                <a:lnTo>
                  <a:pt x="3244" y="19"/>
                </a:lnTo>
                <a:lnTo>
                  <a:pt x="3254" y="15"/>
                </a:lnTo>
                <a:lnTo>
                  <a:pt x="3255" y="14"/>
                </a:lnTo>
                <a:lnTo>
                  <a:pt x="3266" y="11"/>
                </a:lnTo>
                <a:lnTo>
                  <a:pt x="3267" y="11"/>
                </a:lnTo>
                <a:lnTo>
                  <a:pt x="3279" y="7"/>
                </a:lnTo>
                <a:lnTo>
                  <a:pt x="3279" y="7"/>
                </a:lnTo>
                <a:lnTo>
                  <a:pt x="3292" y="5"/>
                </a:lnTo>
                <a:lnTo>
                  <a:pt x="3292" y="5"/>
                </a:lnTo>
                <a:lnTo>
                  <a:pt x="3305" y="3"/>
                </a:lnTo>
                <a:lnTo>
                  <a:pt x="3305" y="3"/>
                </a:lnTo>
                <a:lnTo>
                  <a:pt x="3319" y="1"/>
                </a:lnTo>
                <a:lnTo>
                  <a:pt x="3319" y="1"/>
                </a:lnTo>
                <a:lnTo>
                  <a:pt x="3334" y="0"/>
                </a:lnTo>
                <a:lnTo>
                  <a:pt x="3334" y="0"/>
                </a:lnTo>
                <a:lnTo>
                  <a:pt x="3349" y="0"/>
                </a:lnTo>
                <a:lnTo>
                  <a:pt x="3349" y="0"/>
                </a:lnTo>
                <a:lnTo>
                  <a:pt x="3361" y="0"/>
                </a:lnTo>
                <a:lnTo>
                  <a:pt x="3361" y="0"/>
                </a:lnTo>
                <a:lnTo>
                  <a:pt x="3373" y="1"/>
                </a:lnTo>
                <a:lnTo>
                  <a:pt x="3373" y="1"/>
                </a:lnTo>
                <a:lnTo>
                  <a:pt x="3384" y="2"/>
                </a:lnTo>
                <a:lnTo>
                  <a:pt x="3384" y="2"/>
                </a:lnTo>
                <a:lnTo>
                  <a:pt x="3395" y="3"/>
                </a:lnTo>
                <a:lnTo>
                  <a:pt x="3396" y="3"/>
                </a:lnTo>
                <a:lnTo>
                  <a:pt x="3406" y="4"/>
                </a:lnTo>
                <a:lnTo>
                  <a:pt x="3406" y="4"/>
                </a:lnTo>
                <a:lnTo>
                  <a:pt x="3417" y="6"/>
                </a:lnTo>
                <a:lnTo>
                  <a:pt x="3417" y="6"/>
                </a:lnTo>
                <a:lnTo>
                  <a:pt x="3427" y="8"/>
                </a:lnTo>
                <a:lnTo>
                  <a:pt x="3427" y="8"/>
                </a:lnTo>
                <a:lnTo>
                  <a:pt x="3436" y="11"/>
                </a:lnTo>
                <a:lnTo>
                  <a:pt x="3437" y="11"/>
                </a:lnTo>
                <a:lnTo>
                  <a:pt x="3446" y="14"/>
                </a:lnTo>
                <a:lnTo>
                  <a:pt x="3446" y="14"/>
                </a:lnTo>
                <a:lnTo>
                  <a:pt x="3455" y="17"/>
                </a:lnTo>
                <a:lnTo>
                  <a:pt x="3455" y="17"/>
                </a:lnTo>
                <a:lnTo>
                  <a:pt x="3463" y="21"/>
                </a:lnTo>
                <a:lnTo>
                  <a:pt x="3464" y="21"/>
                </a:lnTo>
                <a:lnTo>
                  <a:pt x="3472" y="25"/>
                </a:lnTo>
                <a:lnTo>
                  <a:pt x="3472" y="25"/>
                </a:lnTo>
                <a:lnTo>
                  <a:pt x="3479" y="29"/>
                </a:lnTo>
                <a:lnTo>
                  <a:pt x="3480" y="29"/>
                </a:lnTo>
                <a:lnTo>
                  <a:pt x="3487" y="34"/>
                </a:lnTo>
                <a:lnTo>
                  <a:pt x="3487" y="34"/>
                </a:lnTo>
                <a:lnTo>
                  <a:pt x="3494" y="39"/>
                </a:lnTo>
                <a:lnTo>
                  <a:pt x="3494" y="39"/>
                </a:lnTo>
                <a:lnTo>
                  <a:pt x="3501" y="45"/>
                </a:lnTo>
                <a:lnTo>
                  <a:pt x="3501" y="45"/>
                </a:lnTo>
                <a:lnTo>
                  <a:pt x="3507" y="50"/>
                </a:lnTo>
                <a:lnTo>
                  <a:pt x="3507" y="50"/>
                </a:lnTo>
                <a:lnTo>
                  <a:pt x="3513" y="56"/>
                </a:lnTo>
                <a:lnTo>
                  <a:pt x="3513" y="56"/>
                </a:lnTo>
                <a:lnTo>
                  <a:pt x="3518" y="62"/>
                </a:lnTo>
                <a:lnTo>
                  <a:pt x="3519" y="63"/>
                </a:lnTo>
                <a:lnTo>
                  <a:pt x="3523" y="69"/>
                </a:lnTo>
                <a:lnTo>
                  <a:pt x="3524" y="69"/>
                </a:lnTo>
                <a:lnTo>
                  <a:pt x="3528" y="76"/>
                </a:lnTo>
                <a:lnTo>
                  <a:pt x="3528" y="76"/>
                </a:lnTo>
                <a:lnTo>
                  <a:pt x="3532" y="83"/>
                </a:lnTo>
                <a:lnTo>
                  <a:pt x="3533" y="83"/>
                </a:lnTo>
                <a:lnTo>
                  <a:pt x="3536" y="90"/>
                </a:lnTo>
                <a:lnTo>
                  <a:pt x="3537" y="90"/>
                </a:lnTo>
                <a:lnTo>
                  <a:pt x="3540" y="98"/>
                </a:lnTo>
                <a:lnTo>
                  <a:pt x="3540" y="98"/>
                </a:lnTo>
                <a:lnTo>
                  <a:pt x="3543" y="105"/>
                </a:lnTo>
                <a:lnTo>
                  <a:pt x="3543" y="105"/>
                </a:lnTo>
                <a:lnTo>
                  <a:pt x="3546" y="113"/>
                </a:lnTo>
                <a:lnTo>
                  <a:pt x="3546" y="113"/>
                </a:lnTo>
                <a:lnTo>
                  <a:pt x="3549" y="121"/>
                </a:lnTo>
                <a:lnTo>
                  <a:pt x="3549" y="122"/>
                </a:lnTo>
                <a:lnTo>
                  <a:pt x="3551" y="130"/>
                </a:lnTo>
                <a:lnTo>
                  <a:pt x="3551" y="130"/>
                </a:lnTo>
                <a:lnTo>
                  <a:pt x="3552" y="138"/>
                </a:lnTo>
                <a:lnTo>
                  <a:pt x="3552" y="138"/>
                </a:lnTo>
                <a:lnTo>
                  <a:pt x="3554" y="147"/>
                </a:lnTo>
                <a:lnTo>
                  <a:pt x="3554" y="147"/>
                </a:lnTo>
                <a:lnTo>
                  <a:pt x="3555" y="156"/>
                </a:lnTo>
                <a:lnTo>
                  <a:pt x="3555" y="156"/>
                </a:lnTo>
                <a:lnTo>
                  <a:pt x="3555" y="165"/>
                </a:lnTo>
                <a:lnTo>
                  <a:pt x="3555" y="167"/>
                </a:lnTo>
                <a:lnTo>
                  <a:pt x="3554" y="169"/>
                </a:lnTo>
                <a:lnTo>
                  <a:pt x="3553" y="170"/>
                </a:lnTo>
                <a:lnTo>
                  <a:pt x="3551" y="171"/>
                </a:lnTo>
                <a:lnTo>
                  <a:pt x="3549" y="171"/>
                </a:lnTo>
                <a:lnTo>
                  <a:pt x="3443" y="175"/>
                </a:lnTo>
                <a:lnTo>
                  <a:pt x="3441" y="175"/>
                </a:lnTo>
                <a:lnTo>
                  <a:pt x="3439" y="174"/>
                </a:lnTo>
                <a:lnTo>
                  <a:pt x="3438" y="173"/>
                </a:lnTo>
                <a:lnTo>
                  <a:pt x="3437" y="171"/>
                </a:lnTo>
                <a:lnTo>
                  <a:pt x="3436" y="161"/>
                </a:lnTo>
                <a:lnTo>
                  <a:pt x="3436" y="161"/>
                </a:lnTo>
                <a:lnTo>
                  <a:pt x="3433" y="152"/>
                </a:lnTo>
                <a:lnTo>
                  <a:pt x="3433" y="153"/>
                </a:lnTo>
                <a:lnTo>
                  <a:pt x="3431" y="144"/>
                </a:lnTo>
                <a:lnTo>
                  <a:pt x="3431" y="145"/>
                </a:lnTo>
                <a:lnTo>
                  <a:pt x="3427" y="137"/>
                </a:lnTo>
                <a:lnTo>
                  <a:pt x="3428" y="138"/>
                </a:lnTo>
                <a:lnTo>
                  <a:pt x="3424" y="131"/>
                </a:lnTo>
                <a:lnTo>
                  <a:pt x="3424" y="131"/>
                </a:lnTo>
                <a:lnTo>
                  <a:pt x="3420" y="125"/>
                </a:lnTo>
                <a:lnTo>
                  <a:pt x="3420" y="126"/>
                </a:lnTo>
                <a:lnTo>
                  <a:pt x="3415" y="120"/>
                </a:lnTo>
                <a:lnTo>
                  <a:pt x="3416" y="120"/>
                </a:lnTo>
                <a:lnTo>
                  <a:pt x="3410" y="116"/>
                </a:lnTo>
                <a:lnTo>
                  <a:pt x="3411" y="116"/>
                </a:lnTo>
                <a:lnTo>
                  <a:pt x="3405" y="112"/>
                </a:lnTo>
                <a:lnTo>
                  <a:pt x="3406" y="112"/>
                </a:lnTo>
                <a:lnTo>
                  <a:pt x="3399" y="109"/>
                </a:lnTo>
                <a:lnTo>
                  <a:pt x="3400" y="109"/>
                </a:lnTo>
                <a:lnTo>
                  <a:pt x="3393" y="106"/>
                </a:lnTo>
                <a:lnTo>
                  <a:pt x="3393" y="106"/>
                </a:lnTo>
                <a:lnTo>
                  <a:pt x="3385" y="104"/>
                </a:lnTo>
                <a:lnTo>
                  <a:pt x="3386" y="104"/>
                </a:lnTo>
                <a:lnTo>
                  <a:pt x="3377" y="102"/>
                </a:lnTo>
                <a:lnTo>
                  <a:pt x="3377" y="102"/>
                </a:lnTo>
                <a:lnTo>
                  <a:pt x="3368" y="101"/>
                </a:lnTo>
                <a:lnTo>
                  <a:pt x="3368" y="101"/>
                </a:lnTo>
                <a:lnTo>
                  <a:pt x="3358" y="100"/>
                </a:lnTo>
                <a:lnTo>
                  <a:pt x="3359" y="100"/>
                </a:lnTo>
                <a:lnTo>
                  <a:pt x="3348" y="99"/>
                </a:lnTo>
                <a:lnTo>
                  <a:pt x="3348" y="99"/>
                </a:lnTo>
                <a:lnTo>
                  <a:pt x="3337" y="100"/>
                </a:lnTo>
                <a:lnTo>
                  <a:pt x="3337" y="100"/>
                </a:lnTo>
                <a:lnTo>
                  <a:pt x="3327" y="101"/>
                </a:lnTo>
                <a:lnTo>
                  <a:pt x="3327" y="101"/>
                </a:lnTo>
                <a:lnTo>
                  <a:pt x="3317" y="102"/>
                </a:lnTo>
                <a:lnTo>
                  <a:pt x="3318" y="102"/>
                </a:lnTo>
                <a:lnTo>
                  <a:pt x="3308" y="104"/>
                </a:lnTo>
                <a:lnTo>
                  <a:pt x="3309" y="104"/>
                </a:lnTo>
                <a:lnTo>
                  <a:pt x="3300" y="107"/>
                </a:lnTo>
                <a:lnTo>
                  <a:pt x="3300" y="107"/>
                </a:lnTo>
                <a:lnTo>
                  <a:pt x="3292" y="110"/>
                </a:lnTo>
                <a:lnTo>
                  <a:pt x="3293" y="110"/>
                </a:lnTo>
                <a:lnTo>
                  <a:pt x="3286" y="113"/>
                </a:lnTo>
                <a:lnTo>
                  <a:pt x="3286" y="113"/>
                </a:lnTo>
                <a:lnTo>
                  <a:pt x="3279" y="118"/>
                </a:lnTo>
                <a:lnTo>
                  <a:pt x="3280" y="117"/>
                </a:lnTo>
                <a:lnTo>
                  <a:pt x="3276" y="120"/>
                </a:lnTo>
                <a:lnTo>
                  <a:pt x="3276" y="120"/>
                </a:lnTo>
                <a:lnTo>
                  <a:pt x="3273" y="123"/>
                </a:lnTo>
                <a:lnTo>
                  <a:pt x="3273" y="123"/>
                </a:lnTo>
                <a:lnTo>
                  <a:pt x="3270" y="127"/>
                </a:lnTo>
                <a:lnTo>
                  <a:pt x="3271" y="126"/>
                </a:lnTo>
                <a:lnTo>
                  <a:pt x="3268" y="130"/>
                </a:lnTo>
                <a:lnTo>
                  <a:pt x="3269" y="129"/>
                </a:lnTo>
                <a:lnTo>
                  <a:pt x="3267" y="134"/>
                </a:lnTo>
                <a:lnTo>
                  <a:pt x="3267" y="133"/>
                </a:lnTo>
                <a:lnTo>
                  <a:pt x="3266" y="137"/>
                </a:lnTo>
                <a:lnTo>
                  <a:pt x="3266" y="137"/>
                </a:lnTo>
                <a:lnTo>
                  <a:pt x="3265" y="141"/>
                </a:lnTo>
                <a:lnTo>
                  <a:pt x="3265" y="141"/>
                </a:lnTo>
                <a:lnTo>
                  <a:pt x="3265" y="146"/>
                </a:lnTo>
                <a:lnTo>
                  <a:pt x="3265" y="145"/>
                </a:lnTo>
                <a:lnTo>
                  <a:pt x="3265" y="150"/>
                </a:lnTo>
                <a:lnTo>
                  <a:pt x="3265" y="149"/>
                </a:lnTo>
                <a:lnTo>
                  <a:pt x="3266" y="154"/>
                </a:lnTo>
                <a:lnTo>
                  <a:pt x="3266" y="153"/>
                </a:lnTo>
                <a:lnTo>
                  <a:pt x="3267" y="157"/>
                </a:lnTo>
                <a:lnTo>
                  <a:pt x="3267" y="157"/>
                </a:lnTo>
                <a:lnTo>
                  <a:pt x="3268" y="161"/>
                </a:lnTo>
                <a:lnTo>
                  <a:pt x="3268" y="160"/>
                </a:lnTo>
                <a:lnTo>
                  <a:pt x="3270" y="164"/>
                </a:lnTo>
                <a:lnTo>
                  <a:pt x="3270" y="163"/>
                </a:lnTo>
                <a:lnTo>
                  <a:pt x="3273" y="167"/>
                </a:lnTo>
                <a:lnTo>
                  <a:pt x="3272" y="167"/>
                </a:lnTo>
                <a:lnTo>
                  <a:pt x="3276" y="170"/>
                </a:lnTo>
                <a:lnTo>
                  <a:pt x="3275" y="170"/>
                </a:lnTo>
                <a:lnTo>
                  <a:pt x="3279" y="173"/>
                </a:lnTo>
                <a:lnTo>
                  <a:pt x="3278" y="173"/>
                </a:lnTo>
                <a:lnTo>
                  <a:pt x="3284" y="177"/>
                </a:lnTo>
                <a:lnTo>
                  <a:pt x="3284" y="177"/>
                </a:lnTo>
                <a:lnTo>
                  <a:pt x="3291" y="181"/>
                </a:lnTo>
                <a:lnTo>
                  <a:pt x="3291" y="181"/>
                </a:lnTo>
                <a:lnTo>
                  <a:pt x="3300" y="185"/>
                </a:lnTo>
                <a:lnTo>
                  <a:pt x="3300" y="185"/>
                </a:lnTo>
                <a:lnTo>
                  <a:pt x="3311" y="189"/>
                </a:lnTo>
                <a:lnTo>
                  <a:pt x="3311" y="189"/>
                </a:lnTo>
                <a:lnTo>
                  <a:pt x="3324" y="194"/>
                </a:lnTo>
                <a:lnTo>
                  <a:pt x="3324" y="194"/>
                </a:lnTo>
                <a:lnTo>
                  <a:pt x="3339" y="198"/>
                </a:lnTo>
                <a:lnTo>
                  <a:pt x="3339" y="198"/>
                </a:lnTo>
                <a:lnTo>
                  <a:pt x="3355" y="203"/>
                </a:lnTo>
                <a:lnTo>
                  <a:pt x="3355" y="203"/>
                </a:lnTo>
                <a:lnTo>
                  <a:pt x="3373" y="207"/>
                </a:lnTo>
                <a:lnTo>
                  <a:pt x="3409" y="217"/>
                </a:lnTo>
                <a:lnTo>
                  <a:pt x="3410" y="217"/>
                </a:lnTo>
                <a:lnTo>
                  <a:pt x="3426" y="221"/>
                </a:lnTo>
                <a:lnTo>
                  <a:pt x="3426" y="221"/>
                </a:lnTo>
                <a:lnTo>
                  <a:pt x="3441" y="226"/>
                </a:lnTo>
                <a:lnTo>
                  <a:pt x="3441" y="226"/>
                </a:lnTo>
                <a:lnTo>
                  <a:pt x="3454" y="231"/>
                </a:lnTo>
                <a:lnTo>
                  <a:pt x="3455" y="231"/>
                </a:lnTo>
                <a:lnTo>
                  <a:pt x="3467" y="236"/>
                </a:lnTo>
                <a:lnTo>
                  <a:pt x="3467" y="236"/>
                </a:lnTo>
                <a:lnTo>
                  <a:pt x="3478" y="241"/>
                </a:lnTo>
                <a:lnTo>
                  <a:pt x="3478" y="241"/>
                </a:lnTo>
                <a:lnTo>
                  <a:pt x="3488" y="246"/>
                </a:lnTo>
                <a:lnTo>
                  <a:pt x="3489" y="246"/>
                </a:lnTo>
                <a:lnTo>
                  <a:pt x="3498" y="251"/>
                </a:lnTo>
                <a:lnTo>
                  <a:pt x="3498" y="251"/>
                </a:lnTo>
                <a:lnTo>
                  <a:pt x="3506" y="257"/>
                </a:lnTo>
                <a:lnTo>
                  <a:pt x="3507" y="257"/>
                </a:lnTo>
                <a:lnTo>
                  <a:pt x="3515" y="263"/>
                </a:lnTo>
                <a:lnTo>
                  <a:pt x="3515" y="263"/>
                </a:lnTo>
                <a:lnTo>
                  <a:pt x="3522" y="270"/>
                </a:lnTo>
                <a:lnTo>
                  <a:pt x="3523" y="270"/>
                </a:lnTo>
                <a:lnTo>
                  <a:pt x="3530" y="277"/>
                </a:lnTo>
                <a:lnTo>
                  <a:pt x="3530" y="277"/>
                </a:lnTo>
                <a:lnTo>
                  <a:pt x="3536" y="285"/>
                </a:lnTo>
                <a:lnTo>
                  <a:pt x="3537" y="285"/>
                </a:lnTo>
                <a:lnTo>
                  <a:pt x="3543" y="293"/>
                </a:lnTo>
                <a:lnTo>
                  <a:pt x="3543" y="293"/>
                </a:lnTo>
                <a:lnTo>
                  <a:pt x="3548" y="301"/>
                </a:lnTo>
                <a:lnTo>
                  <a:pt x="3548" y="302"/>
                </a:lnTo>
                <a:lnTo>
                  <a:pt x="3553" y="310"/>
                </a:lnTo>
                <a:lnTo>
                  <a:pt x="3553" y="311"/>
                </a:lnTo>
                <a:lnTo>
                  <a:pt x="3558" y="320"/>
                </a:lnTo>
                <a:lnTo>
                  <a:pt x="3558" y="320"/>
                </a:lnTo>
                <a:lnTo>
                  <a:pt x="3561" y="330"/>
                </a:lnTo>
                <a:lnTo>
                  <a:pt x="3562" y="331"/>
                </a:lnTo>
                <a:lnTo>
                  <a:pt x="3565" y="341"/>
                </a:lnTo>
                <a:lnTo>
                  <a:pt x="3565" y="341"/>
                </a:lnTo>
                <a:lnTo>
                  <a:pt x="3567" y="352"/>
                </a:lnTo>
                <a:lnTo>
                  <a:pt x="3567" y="352"/>
                </a:lnTo>
                <a:lnTo>
                  <a:pt x="3569" y="364"/>
                </a:lnTo>
                <a:lnTo>
                  <a:pt x="3569" y="364"/>
                </a:lnTo>
                <a:lnTo>
                  <a:pt x="3570" y="376"/>
                </a:lnTo>
                <a:lnTo>
                  <a:pt x="3570" y="376"/>
                </a:lnTo>
                <a:lnTo>
                  <a:pt x="3570" y="388"/>
                </a:lnTo>
                <a:lnTo>
                  <a:pt x="3570" y="389"/>
                </a:lnTo>
                <a:lnTo>
                  <a:pt x="3570" y="400"/>
                </a:lnTo>
                <a:lnTo>
                  <a:pt x="3570" y="400"/>
                </a:lnTo>
                <a:lnTo>
                  <a:pt x="3568" y="411"/>
                </a:lnTo>
                <a:lnTo>
                  <a:pt x="3568" y="412"/>
                </a:lnTo>
                <a:lnTo>
                  <a:pt x="3566" y="423"/>
                </a:lnTo>
                <a:lnTo>
                  <a:pt x="3566" y="423"/>
                </a:lnTo>
                <a:lnTo>
                  <a:pt x="3564" y="434"/>
                </a:lnTo>
                <a:lnTo>
                  <a:pt x="3563" y="434"/>
                </a:lnTo>
                <a:lnTo>
                  <a:pt x="3560" y="445"/>
                </a:lnTo>
                <a:lnTo>
                  <a:pt x="3560" y="445"/>
                </a:lnTo>
                <a:lnTo>
                  <a:pt x="3555" y="456"/>
                </a:lnTo>
                <a:lnTo>
                  <a:pt x="3555" y="456"/>
                </a:lnTo>
                <a:lnTo>
                  <a:pt x="3550" y="466"/>
                </a:lnTo>
                <a:lnTo>
                  <a:pt x="3550" y="466"/>
                </a:lnTo>
                <a:lnTo>
                  <a:pt x="3544" y="476"/>
                </a:lnTo>
                <a:lnTo>
                  <a:pt x="3544" y="477"/>
                </a:lnTo>
                <a:lnTo>
                  <a:pt x="3537" y="486"/>
                </a:lnTo>
                <a:lnTo>
                  <a:pt x="3537" y="487"/>
                </a:lnTo>
                <a:lnTo>
                  <a:pt x="3530" y="496"/>
                </a:lnTo>
                <a:lnTo>
                  <a:pt x="3530" y="496"/>
                </a:lnTo>
                <a:lnTo>
                  <a:pt x="3522" y="504"/>
                </a:lnTo>
                <a:lnTo>
                  <a:pt x="3521" y="504"/>
                </a:lnTo>
                <a:lnTo>
                  <a:pt x="3513" y="512"/>
                </a:lnTo>
                <a:lnTo>
                  <a:pt x="3513" y="512"/>
                </a:lnTo>
                <a:lnTo>
                  <a:pt x="3503" y="519"/>
                </a:lnTo>
                <a:lnTo>
                  <a:pt x="3503" y="520"/>
                </a:lnTo>
                <a:lnTo>
                  <a:pt x="3493" y="526"/>
                </a:lnTo>
                <a:lnTo>
                  <a:pt x="3493" y="526"/>
                </a:lnTo>
                <a:lnTo>
                  <a:pt x="3482" y="532"/>
                </a:lnTo>
                <a:lnTo>
                  <a:pt x="3482" y="532"/>
                </a:lnTo>
                <a:lnTo>
                  <a:pt x="3471" y="537"/>
                </a:lnTo>
                <a:lnTo>
                  <a:pt x="3471" y="537"/>
                </a:lnTo>
                <a:lnTo>
                  <a:pt x="3459" y="542"/>
                </a:lnTo>
                <a:lnTo>
                  <a:pt x="3458" y="542"/>
                </a:lnTo>
                <a:lnTo>
                  <a:pt x="3446" y="546"/>
                </a:lnTo>
                <a:lnTo>
                  <a:pt x="3446" y="546"/>
                </a:lnTo>
                <a:lnTo>
                  <a:pt x="3433" y="550"/>
                </a:lnTo>
                <a:lnTo>
                  <a:pt x="3432" y="550"/>
                </a:lnTo>
                <a:lnTo>
                  <a:pt x="3418" y="552"/>
                </a:lnTo>
                <a:lnTo>
                  <a:pt x="3418" y="552"/>
                </a:lnTo>
                <a:lnTo>
                  <a:pt x="3403" y="554"/>
                </a:lnTo>
                <a:lnTo>
                  <a:pt x="3403" y="554"/>
                </a:lnTo>
                <a:lnTo>
                  <a:pt x="3388" y="556"/>
                </a:lnTo>
                <a:lnTo>
                  <a:pt x="3387" y="556"/>
                </a:lnTo>
                <a:lnTo>
                  <a:pt x="3371" y="557"/>
                </a:lnTo>
                <a:lnTo>
                  <a:pt x="3371" y="557"/>
                </a:lnTo>
                <a:lnTo>
                  <a:pt x="3354" y="557"/>
                </a:lnTo>
                <a:lnTo>
                  <a:pt x="3354" y="557"/>
                </a:lnTo>
                <a:lnTo>
                  <a:pt x="3342" y="557"/>
                </a:lnTo>
                <a:lnTo>
                  <a:pt x="3342" y="557"/>
                </a:lnTo>
                <a:lnTo>
                  <a:pt x="3330" y="556"/>
                </a:lnTo>
                <a:lnTo>
                  <a:pt x="3330" y="556"/>
                </a:lnTo>
                <a:lnTo>
                  <a:pt x="3318" y="555"/>
                </a:lnTo>
                <a:lnTo>
                  <a:pt x="3318" y="555"/>
                </a:lnTo>
                <a:lnTo>
                  <a:pt x="3307" y="554"/>
                </a:lnTo>
                <a:lnTo>
                  <a:pt x="3307" y="554"/>
                </a:lnTo>
                <a:lnTo>
                  <a:pt x="3296" y="553"/>
                </a:lnTo>
                <a:lnTo>
                  <a:pt x="3296" y="553"/>
                </a:lnTo>
                <a:lnTo>
                  <a:pt x="3285" y="551"/>
                </a:lnTo>
                <a:lnTo>
                  <a:pt x="3285" y="551"/>
                </a:lnTo>
                <a:lnTo>
                  <a:pt x="3275" y="548"/>
                </a:lnTo>
                <a:lnTo>
                  <a:pt x="3274" y="548"/>
                </a:lnTo>
                <a:lnTo>
                  <a:pt x="3265" y="545"/>
                </a:lnTo>
                <a:lnTo>
                  <a:pt x="3264" y="545"/>
                </a:lnTo>
                <a:lnTo>
                  <a:pt x="3255" y="542"/>
                </a:lnTo>
                <a:lnTo>
                  <a:pt x="3255" y="542"/>
                </a:lnTo>
                <a:lnTo>
                  <a:pt x="3246" y="539"/>
                </a:lnTo>
                <a:lnTo>
                  <a:pt x="3245" y="539"/>
                </a:lnTo>
                <a:lnTo>
                  <a:pt x="3237" y="535"/>
                </a:lnTo>
                <a:lnTo>
                  <a:pt x="3236" y="535"/>
                </a:lnTo>
                <a:lnTo>
                  <a:pt x="3228" y="531"/>
                </a:lnTo>
                <a:lnTo>
                  <a:pt x="3228" y="530"/>
                </a:lnTo>
                <a:lnTo>
                  <a:pt x="3220" y="526"/>
                </a:lnTo>
                <a:lnTo>
                  <a:pt x="3220" y="526"/>
                </a:lnTo>
                <a:lnTo>
                  <a:pt x="3212" y="521"/>
                </a:lnTo>
                <a:lnTo>
                  <a:pt x="3212" y="521"/>
                </a:lnTo>
                <a:lnTo>
                  <a:pt x="3205" y="516"/>
                </a:lnTo>
                <a:lnTo>
                  <a:pt x="3204" y="515"/>
                </a:lnTo>
                <a:lnTo>
                  <a:pt x="3197" y="510"/>
                </a:lnTo>
                <a:lnTo>
                  <a:pt x="3197" y="510"/>
                </a:lnTo>
                <a:lnTo>
                  <a:pt x="3191" y="504"/>
                </a:lnTo>
                <a:lnTo>
                  <a:pt x="3191" y="504"/>
                </a:lnTo>
                <a:lnTo>
                  <a:pt x="3184" y="497"/>
                </a:lnTo>
                <a:lnTo>
                  <a:pt x="3184" y="497"/>
                </a:lnTo>
                <a:lnTo>
                  <a:pt x="3178" y="491"/>
                </a:lnTo>
                <a:lnTo>
                  <a:pt x="3178" y="490"/>
                </a:lnTo>
                <a:lnTo>
                  <a:pt x="3173" y="483"/>
                </a:lnTo>
                <a:lnTo>
                  <a:pt x="3173" y="483"/>
                </a:lnTo>
                <a:lnTo>
                  <a:pt x="3167" y="476"/>
                </a:lnTo>
                <a:lnTo>
                  <a:pt x="3167" y="476"/>
                </a:lnTo>
                <a:lnTo>
                  <a:pt x="3162" y="468"/>
                </a:lnTo>
                <a:lnTo>
                  <a:pt x="3162" y="468"/>
                </a:lnTo>
                <a:lnTo>
                  <a:pt x="3158" y="460"/>
                </a:lnTo>
                <a:lnTo>
                  <a:pt x="3158" y="459"/>
                </a:lnTo>
                <a:lnTo>
                  <a:pt x="3153" y="451"/>
                </a:lnTo>
                <a:lnTo>
                  <a:pt x="3153" y="451"/>
                </a:lnTo>
                <a:lnTo>
                  <a:pt x="3150" y="442"/>
                </a:lnTo>
                <a:lnTo>
                  <a:pt x="3149" y="442"/>
                </a:lnTo>
                <a:lnTo>
                  <a:pt x="3146" y="433"/>
                </a:lnTo>
                <a:lnTo>
                  <a:pt x="3146" y="433"/>
                </a:lnTo>
                <a:lnTo>
                  <a:pt x="3143" y="423"/>
                </a:lnTo>
                <a:lnTo>
                  <a:pt x="3143" y="423"/>
                </a:lnTo>
                <a:lnTo>
                  <a:pt x="3140" y="414"/>
                </a:lnTo>
                <a:lnTo>
                  <a:pt x="3140" y="413"/>
                </a:lnTo>
                <a:lnTo>
                  <a:pt x="3137" y="403"/>
                </a:lnTo>
                <a:lnTo>
                  <a:pt x="3137" y="403"/>
                </a:lnTo>
                <a:lnTo>
                  <a:pt x="3135" y="393"/>
                </a:lnTo>
                <a:lnTo>
                  <a:pt x="3135" y="393"/>
                </a:lnTo>
                <a:lnTo>
                  <a:pt x="3134" y="382"/>
                </a:lnTo>
                <a:lnTo>
                  <a:pt x="3134" y="382"/>
                </a:lnTo>
                <a:lnTo>
                  <a:pt x="3132" y="371"/>
                </a:lnTo>
                <a:lnTo>
                  <a:pt x="3132" y="369"/>
                </a:lnTo>
                <a:lnTo>
                  <a:pt x="3133" y="368"/>
                </a:lnTo>
                <a:lnTo>
                  <a:pt x="3134" y="366"/>
                </a:lnTo>
                <a:lnTo>
                  <a:pt x="3135" y="365"/>
                </a:lnTo>
                <a:lnTo>
                  <a:pt x="3137" y="365"/>
                </a:lnTo>
                <a:lnTo>
                  <a:pt x="3241" y="355"/>
                </a:lnTo>
                <a:close/>
                <a:moveTo>
                  <a:pt x="3138" y="377"/>
                </a:moveTo>
                <a:lnTo>
                  <a:pt x="3143" y="370"/>
                </a:lnTo>
                <a:lnTo>
                  <a:pt x="3145" y="381"/>
                </a:lnTo>
                <a:lnTo>
                  <a:pt x="3145" y="381"/>
                </a:lnTo>
                <a:lnTo>
                  <a:pt x="3147" y="391"/>
                </a:lnTo>
                <a:lnTo>
                  <a:pt x="3147" y="391"/>
                </a:lnTo>
                <a:lnTo>
                  <a:pt x="3149" y="401"/>
                </a:lnTo>
                <a:lnTo>
                  <a:pt x="3149" y="401"/>
                </a:lnTo>
                <a:lnTo>
                  <a:pt x="3151" y="411"/>
                </a:lnTo>
                <a:lnTo>
                  <a:pt x="3151" y="411"/>
                </a:lnTo>
                <a:lnTo>
                  <a:pt x="3154" y="420"/>
                </a:lnTo>
                <a:lnTo>
                  <a:pt x="3154" y="420"/>
                </a:lnTo>
                <a:lnTo>
                  <a:pt x="3157" y="429"/>
                </a:lnTo>
                <a:lnTo>
                  <a:pt x="3157" y="429"/>
                </a:lnTo>
                <a:lnTo>
                  <a:pt x="3161" y="438"/>
                </a:lnTo>
                <a:lnTo>
                  <a:pt x="3160" y="438"/>
                </a:lnTo>
                <a:lnTo>
                  <a:pt x="3164" y="446"/>
                </a:lnTo>
                <a:lnTo>
                  <a:pt x="3164" y="446"/>
                </a:lnTo>
                <a:lnTo>
                  <a:pt x="3168" y="454"/>
                </a:lnTo>
                <a:lnTo>
                  <a:pt x="3168" y="454"/>
                </a:lnTo>
                <a:lnTo>
                  <a:pt x="3173" y="462"/>
                </a:lnTo>
                <a:lnTo>
                  <a:pt x="3172" y="462"/>
                </a:lnTo>
                <a:lnTo>
                  <a:pt x="3177" y="469"/>
                </a:lnTo>
                <a:lnTo>
                  <a:pt x="3177" y="469"/>
                </a:lnTo>
                <a:lnTo>
                  <a:pt x="3182" y="476"/>
                </a:lnTo>
                <a:lnTo>
                  <a:pt x="3182" y="476"/>
                </a:lnTo>
                <a:lnTo>
                  <a:pt x="3188" y="483"/>
                </a:lnTo>
                <a:lnTo>
                  <a:pt x="3187" y="482"/>
                </a:lnTo>
                <a:lnTo>
                  <a:pt x="3193" y="489"/>
                </a:lnTo>
                <a:lnTo>
                  <a:pt x="3193" y="489"/>
                </a:lnTo>
                <a:lnTo>
                  <a:pt x="3199" y="495"/>
                </a:lnTo>
                <a:lnTo>
                  <a:pt x="3199" y="495"/>
                </a:lnTo>
                <a:lnTo>
                  <a:pt x="3206" y="501"/>
                </a:lnTo>
                <a:lnTo>
                  <a:pt x="3205" y="501"/>
                </a:lnTo>
                <a:lnTo>
                  <a:pt x="3212" y="506"/>
                </a:lnTo>
                <a:lnTo>
                  <a:pt x="3212" y="506"/>
                </a:lnTo>
                <a:lnTo>
                  <a:pt x="3219" y="512"/>
                </a:lnTo>
                <a:lnTo>
                  <a:pt x="3219" y="511"/>
                </a:lnTo>
                <a:lnTo>
                  <a:pt x="3226" y="516"/>
                </a:lnTo>
                <a:lnTo>
                  <a:pt x="3226" y="516"/>
                </a:lnTo>
                <a:lnTo>
                  <a:pt x="3234" y="521"/>
                </a:lnTo>
                <a:lnTo>
                  <a:pt x="3234" y="520"/>
                </a:lnTo>
                <a:lnTo>
                  <a:pt x="3242" y="525"/>
                </a:lnTo>
                <a:lnTo>
                  <a:pt x="3242" y="524"/>
                </a:lnTo>
                <a:lnTo>
                  <a:pt x="3250" y="528"/>
                </a:lnTo>
                <a:lnTo>
                  <a:pt x="3250" y="528"/>
                </a:lnTo>
                <a:lnTo>
                  <a:pt x="3259" y="531"/>
                </a:lnTo>
                <a:lnTo>
                  <a:pt x="3259" y="531"/>
                </a:lnTo>
                <a:lnTo>
                  <a:pt x="3268" y="534"/>
                </a:lnTo>
                <a:lnTo>
                  <a:pt x="3268" y="534"/>
                </a:lnTo>
                <a:lnTo>
                  <a:pt x="3277" y="537"/>
                </a:lnTo>
                <a:lnTo>
                  <a:pt x="3277" y="537"/>
                </a:lnTo>
                <a:lnTo>
                  <a:pt x="3287" y="539"/>
                </a:lnTo>
                <a:lnTo>
                  <a:pt x="3287" y="539"/>
                </a:lnTo>
                <a:lnTo>
                  <a:pt x="3297" y="541"/>
                </a:lnTo>
                <a:lnTo>
                  <a:pt x="3297" y="541"/>
                </a:lnTo>
                <a:lnTo>
                  <a:pt x="3308" y="543"/>
                </a:lnTo>
                <a:lnTo>
                  <a:pt x="3308" y="543"/>
                </a:lnTo>
                <a:lnTo>
                  <a:pt x="3319" y="544"/>
                </a:lnTo>
                <a:lnTo>
                  <a:pt x="3319" y="544"/>
                </a:lnTo>
                <a:lnTo>
                  <a:pt x="3331" y="545"/>
                </a:lnTo>
                <a:lnTo>
                  <a:pt x="3330" y="545"/>
                </a:lnTo>
                <a:lnTo>
                  <a:pt x="3342" y="546"/>
                </a:lnTo>
                <a:lnTo>
                  <a:pt x="3342" y="546"/>
                </a:lnTo>
                <a:lnTo>
                  <a:pt x="3354" y="546"/>
                </a:lnTo>
                <a:lnTo>
                  <a:pt x="3354" y="546"/>
                </a:lnTo>
                <a:lnTo>
                  <a:pt x="3371" y="546"/>
                </a:lnTo>
                <a:lnTo>
                  <a:pt x="3371" y="546"/>
                </a:lnTo>
                <a:lnTo>
                  <a:pt x="3387" y="545"/>
                </a:lnTo>
                <a:lnTo>
                  <a:pt x="3387" y="545"/>
                </a:lnTo>
                <a:lnTo>
                  <a:pt x="3402" y="543"/>
                </a:lnTo>
                <a:lnTo>
                  <a:pt x="3402" y="543"/>
                </a:lnTo>
                <a:lnTo>
                  <a:pt x="3416" y="541"/>
                </a:lnTo>
                <a:lnTo>
                  <a:pt x="3416" y="541"/>
                </a:lnTo>
                <a:lnTo>
                  <a:pt x="3430" y="538"/>
                </a:lnTo>
                <a:lnTo>
                  <a:pt x="3430" y="538"/>
                </a:lnTo>
                <a:lnTo>
                  <a:pt x="3443" y="535"/>
                </a:lnTo>
                <a:lnTo>
                  <a:pt x="3443" y="535"/>
                </a:lnTo>
                <a:lnTo>
                  <a:pt x="3455" y="531"/>
                </a:lnTo>
                <a:lnTo>
                  <a:pt x="3455" y="531"/>
                </a:lnTo>
                <a:lnTo>
                  <a:pt x="3467" y="527"/>
                </a:lnTo>
                <a:lnTo>
                  <a:pt x="3466" y="527"/>
                </a:lnTo>
                <a:lnTo>
                  <a:pt x="3478" y="522"/>
                </a:lnTo>
                <a:lnTo>
                  <a:pt x="3477" y="522"/>
                </a:lnTo>
                <a:lnTo>
                  <a:pt x="3488" y="516"/>
                </a:lnTo>
                <a:lnTo>
                  <a:pt x="3487" y="517"/>
                </a:lnTo>
                <a:lnTo>
                  <a:pt x="3497" y="510"/>
                </a:lnTo>
                <a:lnTo>
                  <a:pt x="3497" y="510"/>
                </a:lnTo>
                <a:lnTo>
                  <a:pt x="3506" y="503"/>
                </a:lnTo>
                <a:lnTo>
                  <a:pt x="3506" y="504"/>
                </a:lnTo>
                <a:lnTo>
                  <a:pt x="3514" y="496"/>
                </a:lnTo>
                <a:lnTo>
                  <a:pt x="3514" y="496"/>
                </a:lnTo>
                <a:lnTo>
                  <a:pt x="3522" y="488"/>
                </a:lnTo>
                <a:lnTo>
                  <a:pt x="3522" y="488"/>
                </a:lnTo>
                <a:lnTo>
                  <a:pt x="3529" y="479"/>
                </a:lnTo>
                <a:lnTo>
                  <a:pt x="3528" y="480"/>
                </a:lnTo>
                <a:lnTo>
                  <a:pt x="3535" y="470"/>
                </a:lnTo>
                <a:lnTo>
                  <a:pt x="3535" y="470"/>
                </a:lnTo>
                <a:lnTo>
                  <a:pt x="3541" y="460"/>
                </a:lnTo>
                <a:lnTo>
                  <a:pt x="3541" y="461"/>
                </a:lnTo>
                <a:lnTo>
                  <a:pt x="3546" y="450"/>
                </a:lnTo>
                <a:lnTo>
                  <a:pt x="3546" y="451"/>
                </a:lnTo>
                <a:lnTo>
                  <a:pt x="3550" y="440"/>
                </a:lnTo>
                <a:lnTo>
                  <a:pt x="3550" y="441"/>
                </a:lnTo>
                <a:lnTo>
                  <a:pt x="3553" y="430"/>
                </a:lnTo>
                <a:lnTo>
                  <a:pt x="3553" y="431"/>
                </a:lnTo>
                <a:lnTo>
                  <a:pt x="3556" y="420"/>
                </a:lnTo>
                <a:lnTo>
                  <a:pt x="3556" y="421"/>
                </a:lnTo>
                <a:lnTo>
                  <a:pt x="3558" y="410"/>
                </a:lnTo>
                <a:lnTo>
                  <a:pt x="3558" y="410"/>
                </a:lnTo>
                <a:lnTo>
                  <a:pt x="3559" y="399"/>
                </a:lnTo>
                <a:lnTo>
                  <a:pt x="3559" y="399"/>
                </a:lnTo>
                <a:lnTo>
                  <a:pt x="3559" y="388"/>
                </a:lnTo>
                <a:lnTo>
                  <a:pt x="3559" y="389"/>
                </a:lnTo>
                <a:lnTo>
                  <a:pt x="3559" y="376"/>
                </a:lnTo>
                <a:lnTo>
                  <a:pt x="3559" y="377"/>
                </a:lnTo>
                <a:lnTo>
                  <a:pt x="3558" y="365"/>
                </a:lnTo>
                <a:lnTo>
                  <a:pt x="3558" y="365"/>
                </a:lnTo>
                <a:lnTo>
                  <a:pt x="3556" y="354"/>
                </a:lnTo>
                <a:lnTo>
                  <a:pt x="3556" y="354"/>
                </a:lnTo>
                <a:lnTo>
                  <a:pt x="3554" y="343"/>
                </a:lnTo>
                <a:lnTo>
                  <a:pt x="3554" y="344"/>
                </a:lnTo>
                <a:lnTo>
                  <a:pt x="3551" y="334"/>
                </a:lnTo>
                <a:lnTo>
                  <a:pt x="3551" y="334"/>
                </a:lnTo>
                <a:lnTo>
                  <a:pt x="3548" y="324"/>
                </a:lnTo>
                <a:lnTo>
                  <a:pt x="3548" y="325"/>
                </a:lnTo>
                <a:lnTo>
                  <a:pt x="3544" y="315"/>
                </a:lnTo>
                <a:lnTo>
                  <a:pt x="3544" y="316"/>
                </a:lnTo>
                <a:lnTo>
                  <a:pt x="3539" y="307"/>
                </a:lnTo>
                <a:lnTo>
                  <a:pt x="3539" y="308"/>
                </a:lnTo>
                <a:lnTo>
                  <a:pt x="3534" y="299"/>
                </a:lnTo>
                <a:lnTo>
                  <a:pt x="3534" y="300"/>
                </a:lnTo>
                <a:lnTo>
                  <a:pt x="3528" y="292"/>
                </a:lnTo>
                <a:lnTo>
                  <a:pt x="3528" y="292"/>
                </a:lnTo>
                <a:lnTo>
                  <a:pt x="3522" y="285"/>
                </a:lnTo>
                <a:lnTo>
                  <a:pt x="3522" y="285"/>
                </a:lnTo>
                <a:lnTo>
                  <a:pt x="3515" y="278"/>
                </a:lnTo>
                <a:lnTo>
                  <a:pt x="3515" y="278"/>
                </a:lnTo>
                <a:lnTo>
                  <a:pt x="3508" y="272"/>
                </a:lnTo>
                <a:lnTo>
                  <a:pt x="3508" y="272"/>
                </a:lnTo>
                <a:lnTo>
                  <a:pt x="3500" y="266"/>
                </a:lnTo>
                <a:lnTo>
                  <a:pt x="3500" y="266"/>
                </a:lnTo>
                <a:lnTo>
                  <a:pt x="3492" y="261"/>
                </a:lnTo>
                <a:lnTo>
                  <a:pt x="3492" y="261"/>
                </a:lnTo>
                <a:lnTo>
                  <a:pt x="3483" y="256"/>
                </a:lnTo>
                <a:lnTo>
                  <a:pt x="3484" y="256"/>
                </a:lnTo>
                <a:lnTo>
                  <a:pt x="3474" y="251"/>
                </a:lnTo>
                <a:lnTo>
                  <a:pt x="3474" y="251"/>
                </a:lnTo>
                <a:lnTo>
                  <a:pt x="3463" y="246"/>
                </a:lnTo>
                <a:lnTo>
                  <a:pt x="3463" y="247"/>
                </a:lnTo>
                <a:lnTo>
                  <a:pt x="3451" y="242"/>
                </a:lnTo>
                <a:lnTo>
                  <a:pt x="3451" y="242"/>
                </a:lnTo>
                <a:lnTo>
                  <a:pt x="3437" y="237"/>
                </a:lnTo>
                <a:lnTo>
                  <a:pt x="3437" y="237"/>
                </a:lnTo>
                <a:lnTo>
                  <a:pt x="3422" y="232"/>
                </a:lnTo>
                <a:lnTo>
                  <a:pt x="3423" y="232"/>
                </a:lnTo>
                <a:lnTo>
                  <a:pt x="3407" y="228"/>
                </a:lnTo>
                <a:lnTo>
                  <a:pt x="3407" y="228"/>
                </a:lnTo>
                <a:lnTo>
                  <a:pt x="3371" y="218"/>
                </a:lnTo>
                <a:lnTo>
                  <a:pt x="3352" y="214"/>
                </a:lnTo>
                <a:lnTo>
                  <a:pt x="3352" y="214"/>
                </a:lnTo>
                <a:lnTo>
                  <a:pt x="3336" y="209"/>
                </a:lnTo>
                <a:lnTo>
                  <a:pt x="3335" y="209"/>
                </a:lnTo>
                <a:lnTo>
                  <a:pt x="3321" y="205"/>
                </a:lnTo>
                <a:lnTo>
                  <a:pt x="3320" y="205"/>
                </a:lnTo>
                <a:lnTo>
                  <a:pt x="3307" y="200"/>
                </a:lnTo>
                <a:lnTo>
                  <a:pt x="3307" y="200"/>
                </a:lnTo>
                <a:lnTo>
                  <a:pt x="3296" y="196"/>
                </a:lnTo>
                <a:lnTo>
                  <a:pt x="3295" y="195"/>
                </a:lnTo>
                <a:lnTo>
                  <a:pt x="3286" y="191"/>
                </a:lnTo>
                <a:lnTo>
                  <a:pt x="3286" y="191"/>
                </a:lnTo>
                <a:lnTo>
                  <a:pt x="3278" y="187"/>
                </a:lnTo>
                <a:lnTo>
                  <a:pt x="3277" y="186"/>
                </a:lnTo>
                <a:lnTo>
                  <a:pt x="3271" y="182"/>
                </a:lnTo>
                <a:lnTo>
                  <a:pt x="3271" y="182"/>
                </a:lnTo>
                <a:lnTo>
                  <a:pt x="3267" y="178"/>
                </a:lnTo>
                <a:lnTo>
                  <a:pt x="3267" y="178"/>
                </a:lnTo>
                <a:lnTo>
                  <a:pt x="3263" y="174"/>
                </a:lnTo>
                <a:lnTo>
                  <a:pt x="3263" y="174"/>
                </a:lnTo>
                <a:lnTo>
                  <a:pt x="3260" y="170"/>
                </a:lnTo>
                <a:lnTo>
                  <a:pt x="3260" y="169"/>
                </a:lnTo>
                <a:lnTo>
                  <a:pt x="3258" y="165"/>
                </a:lnTo>
                <a:lnTo>
                  <a:pt x="3258" y="165"/>
                </a:lnTo>
                <a:lnTo>
                  <a:pt x="3256" y="161"/>
                </a:lnTo>
                <a:lnTo>
                  <a:pt x="3256" y="160"/>
                </a:lnTo>
                <a:lnTo>
                  <a:pt x="3255" y="156"/>
                </a:lnTo>
                <a:lnTo>
                  <a:pt x="3254" y="155"/>
                </a:lnTo>
                <a:lnTo>
                  <a:pt x="3254" y="151"/>
                </a:lnTo>
                <a:lnTo>
                  <a:pt x="3254" y="150"/>
                </a:lnTo>
                <a:lnTo>
                  <a:pt x="3253" y="146"/>
                </a:lnTo>
                <a:lnTo>
                  <a:pt x="3253" y="145"/>
                </a:lnTo>
                <a:lnTo>
                  <a:pt x="3254" y="140"/>
                </a:lnTo>
                <a:lnTo>
                  <a:pt x="3254" y="140"/>
                </a:lnTo>
                <a:lnTo>
                  <a:pt x="3254" y="135"/>
                </a:lnTo>
                <a:lnTo>
                  <a:pt x="3255" y="134"/>
                </a:lnTo>
                <a:lnTo>
                  <a:pt x="3256" y="130"/>
                </a:lnTo>
                <a:lnTo>
                  <a:pt x="3256" y="129"/>
                </a:lnTo>
                <a:lnTo>
                  <a:pt x="3258" y="125"/>
                </a:lnTo>
                <a:lnTo>
                  <a:pt x="3258" y="124"/>
                </a:lnTo>
                <a:lnTo>
                  <a:pt x="3261" y="120"/>
                </a:lnTo>
                <a:lnTo>
                  <a:pt x="3261" y="120"/>
                </a:lnTo>
                <a:lnTo>
                  <a:pt x="3264" y="116"/>
                </a:lnTo>
                <a:lnTo>
                  <a:pt x="3265" y="116"/>
                </a:lnTo>
                <a:lnTo>
                  <a:pt x="3268" y="112"/>
                </a:lnTo>
                <a:lnTo>
                  <a:pt x="3268" y="112"/>
                </a:lnTo>
                <a:lnTo>
                  <a:pt x="3272" y="109"/>
                </a:lnTo>
                <a:lnTo>
                  <a:pt x="3273" y="108"/>
                </a:lnTo>
                <a:lnTo>
                  <a:pt x="3280" y="104"/>
                </a:lnTo>
                <a:lnTo>
                  <a:pt x="3280" y="104"/>
                </a:lnTo>
                <a:lnTo>
                  <a:pt x="3287" y="100"/>
                </a:lnTo>
                <a:lnTo>
                  <a:pt x="3288" y="99"/>
                </a:lnTo>
                <a:lnTo>
                  <a:pt x="3296" y="96"/>
                </a:lnTo>
                <a:lnTo>
                  <a:pt x="3296" y="96"/>
                </a:lnTo>
                <a:lnTo>
                  <a:pt x="3305" y="93"/>
                </a:lnTo>
                <a:lnTo>
                  <a:pt x="3305" y="93"/>
                </a:lnTo>
                <a:lnTo>
                  <a:pt x="3315" y="91"/>
                </a:lnTo>
                <a:lnTo>
                  <a:pt x="3315" y="91"/>
                </a:lnTo>
                <a:lnTo>
                  <a:pt x="3325" y="89"/>
                </a:lnTo>
                <a:lnTo>
                  <a:pt x="3325" y="89"/>
                </a:lnTo>
                <a:lnTo>
                  <a:pt x="3336" y="88"/>
                </a:lnTo>
                <a:lnTo>
                  <a:pt x="3336" y="88"/>
                </a:lnTo>
                <a:lnTo>
                  <a:pt x="3347" y="88"/>
                </a:lnTo>
                <a:lnTo>
                  <a:pt x="3348" y="88"/>
                </a:lnTo>
                <a:lnTo>
                  <a:pt x="3358" y="88"/>
                </a:lnTo>
                <a:lnTo>
                  <a:pt x="3359" y="88"/>
                </a:lnTo>
                <a:lnTo>
                  <a:pt x="3369" y="89"/>
                </a:lnTo>
                <a:lnTo>
                  <a:pt x="3369" y="89"/>
                </a:lnTo>
                <a:lnTo>
                  <a:pt x="3378" y="91"/>
                </a:lnTo>
                <a:lnTo>
                  <a:pt x="3379" y="91"/>
                </a:lnTo>
                <a:lnTo>
                  <a:pt x="3387" y="93"/>
                </a:lnTo>
                <a:lnTo>
                  <a:pt x="3388" y="93"/>
                </a:lnTo>
                <a:lnTo>
                  <a:pt x="3396" y="95"/>
                </a:lnTo>
                <a:lnTo>
                  <a:pt x="3396" y="96"/>
                </a:lnTo>
                <a:lnTo>
                  <a:pt x="3404" y="99"/>
                </a:lnTo>
                <a:lnTo>
                  <a:pt x="3404" y="99"/>
                </a:lnTo>
                <a:lnTo>
                  <a:pt x="3411" y="102"/>
                </a:lnTo>
                <a:lnTo>
                  <a:pt x="3411" y="103"/>
                </a:lnTo>
                <a:lnTo>
                  <a:pt x="3417" y="107"/>
                </a:lnTo>
                <a:lnTo>
                  <a:pt x="3418" y="107"/>
                </a:lnTo>
                <a:lnTo>
                  <a:pt x="3423" y="112"/>
                </a:lnTo>
                <a:lnTo>
                  <a:pt x="3423" y="113"/>
                </a:lnTo>
                <a:lnTo>
                  <a:pt x="3428" y="118"/>
                </a:lnTo>
                <a:lnTo>
                  <a:pt x="3429" y="119"/>
                </a:lnTo>
                <a:lnTo>
                  <a:pt x="3433" y="125"/>
                </a:lnTo>
                <a:lnTo>
                  <a:pt x="3433" y="125"/>
                </a:lnTo>
                <a:lnTo>
                  <a:pt x="3437" y="132"/>
                </a:lnTo>
                <a:lnTo>
                  <a:pt x="3438" y="133"/>
                </a:lnTo>
                <a:lnTo>
                  <a:pt x="3441" y="140"/>
                </a:lnTo>
                <a:lnTo>
                  <a:pt x="3441" y="141"/>
                </a:lnTo>
                <a:lnTo>
                  <a:pt x="3444" y="149"/>
                </a:lnTo>
                <a:lnTo>
                  <a:pt x="3444" y="149"/>
                </a:lnTo>
                <a:lnTo>
                  <a:pt x="3446" y="158"/>
                </a:lnTo>
                <a:lnTo>
                  <a:pt x="3447" y="159"/>
                </a:lnTo>
                <a:lnTo>
                  <a:pt x="3449" y="168"/>
                </a:lnTo>
                <a:lnTo>
                  <a:pt x="3443" y="164"/>
                </a:lnTo>
                <a:lnTo>
                  <a:pt x="3549" y="160"/>
                </a:lnTo>
                <a:lnTo>
                  <a:pt x="3544" y="166"/>
                </a:lnTo>
                <a:lnTo>
                  <a:pt x="3543" y="157"/>
                </a:lnTo>
                <a:lnTo>
                  <a:pt x="3543" y="157"/>
                </a:lnTo>
                <a:lnTo>
                  <a:pt x="3542" y="149"/>
                </a:lnTo>
                <a:lnTo>
                  <a:pt x="3542" y="149"/>
                </a:lnTo>
                <a:lnTo>
                  <a:pt x="3541" y="140"/>
                </a:lnTo>
                <a:lnTo>
                  <a:pt x="3541" y="141"/>
                </a:lnTo>
                <a:lnTo>
                  <a:pt x="3539" y="132"/>
                </a:lnTo>
                <a:lnTo>
                  <a:pt x="3539" y="133"/>
                </a:lnTo>
                <a:lnTo>
                  <a:pt x="3537" y="125"/>
                </a:lnTo>
                <a:lnTo>
                  <a:pt x="3538" y="125"/>
                </a:lnTo>
                <a:lnTo>
                  <a:pt x="3535" y="117"/>
                </a:lnTo>
                <a:lnTo>
                  <a:pt x="3535" y="117"/>
                </a:lnTo>
                <a:lnTo>
                  <a:pt x="3533" y="110"/>
                </a:lnTo>
                <a:lnTo>
                  <a:pt x="3533" y="110"/>
                </a:lnTo>
                <a:lnTo>
                  <a:pt x="3530" y="103"/>
                </a:lnTo>
                <a:lnTo>
                  <a:pt x="3530" y="103"/>
                </a:lnTo>
                <a:lnTo>
                  <a:pt x="3526" y="96"/>
                </a:lnTo>
                <a:lnTo>
                  <a:pt x="3526" y="96"/>
                </a:lnTo>
                <a:lnTo>
                  <a:pt x="3523" y="89"/>
                </a:lnTo>
                <a:lnTo>
                  <a:pt x="3523" y="89"/>
                </a:lnTo>
                <a:lnTo>
                  <a:pt x="3519" y="83"/>
                </a:lnTo>
                <a:lnTo>
                  <a:pt x="3519" y="83"/>
                </a:lnTo>
                <a:lnTo>
                  <a:pt x="3514" y="77"/>
                </a:lnTo>
                <a:lnTo>
                  <a:pt x="3514" y="77"/>
                </a:lnTo>
                <a:lnTo>
                  <a:pt x="3510" y="71"/>
                </a:lnTo>
                <a:lnTo>
                  <a:pt x="3510" y="71"/>
                </a:lnTo>
                <a:lnTo>
                  <a:pt x="3504" y="65"/>
                </a:lnTo>
                <a:lnTo>
                  <a:pt x="3505" y="65"/>
                </a:lnTo>
                <a:lnTo>
                  <a:pt x="3499" y="59"/>
                </a:lnTo>
                <a:lnTo>
                  <a:pt x="3499" y="59"/>
                </a:lnTo>
                <a:lnTo>
                  <a:pt x="3493" y="54"/>
                </a:lnTo>
                <a:lnTo>
                  <a:pt x="3493" y="54"/>
                </a:lnTo>
                <a:lnTo>
                  <a:pt x="3487" y="49"/>
                </a:lnTo>
                <a:lnTo>
                  <a:pt x="3487" y="49"/>
                </a:lnTo>
                <a:lnTo>
                  <a:pt x="3481" y="44"/>
                </a:lnTo>
                <a:lnTo>
                  <a:pt x="3481" y="44"/>
                </a:lnTo>
                <a:lnTo>
                  <a:pt x="3474" y="39"/>
                </a:lnTo>
                <a:lnTo>
                  <a:pt x="3474" y="39"/>
                </a:lnTo>
                <a:lnTo>
                  <a:pt x="3466" y="35"/>
                </a:lnTo>
                <a:lnTo>
                  <a:pt x="3467" y="35"/>
                </a:lnTo>
                <a:lnTo>
                  <a:pt x="3459" y="32"/>
                </a:lnTo>
                <a:lnTo>
                  <a:pt x="3459" y="32"/>
                </a:lnTo>
                <a:lnTo>
                  <a:pt x="3451" y="28"/>
                </a:lnTo>
                <a:lnTo>
                  <a:pt x="3451" y="28"/>
                </a:lnTo>
                <a:lnTo>
                  <a:pt x="3442" y="25"/>
                </a:lnTo>
                <a:lnTo>
                  <a:pt x="3443" y="25"/>
                </a:lnTo>
                <a:lnTo>
                  <a:pt x="3434" y="22"/>
                </a:lnTo>
                <a:lnTo>
                  <a:pt x="3434" y="22"/>
                </a:lnTo>
                <a:lnTo>
                  <a:pt x="3424" y="20"/>
                </a:lnTo>
                <a:lnTo>
                  <a:pt x="3425" y="20"/>
                </a:lnTo>
                <a:lnTo>
                  <a:pt x="3415" y="17"/>
                </a:lnTo>
                <a:lnTo>
                  <a:pt x="3415" y="17"/>
                </a:lnTo>
                <a:lnTo>
                  <a:pt x="3405" y="16"/>
                </a:lnTo>
                <a:lnTo>
                  <a:pt x="3405" y="16"/>
                </a:lnTo>
                <a:lnTo>
                  <a:pt x="3394" y="14"/>
                </a:lnTo>
                <a:lnTo>
                  <a:pt x="3394" y="14"/>
                </a:lnTo>
                <a:lnTo>
                  <a:pt x="3383" y="13"/>
                </a:lnTo>
                <a:lnTo>
                  <a:pt x="3384" y="13"/>
                </a:lnTo>
                <a:lnTo>
                  <a:pt x="3372" y="12"/>
                </a:lnTo>
                <a:lnTo>
                  <a:pt x="3372" y="12"/>
                </a:lnTo>
                <a:lnTo>
                  <a:pt x="3361" y="12"/>
                </a:lnTo>
                <a:lnTo>
                  <a:pt x="3361" y="12"/>
                </a:lnTo>
                <a:lnTo>
                  <a:pt x="3349" y="11"/>
                </a:lnTo>
                <a:lnTo>
                  <a:pt x="3349" y="11"/>
                </a:lnTo>
                <a:lnTo>
                  <a:pt x="3334" y="12"/>
                </a:lnTo>
                <a:lnTo>
                  <a:pt x="3334" y="12"/>
                </a:lnTo>
                <a:lnTo>
                  <a:pt x="3320" y="13"/>
                </a:lnTo>
                <a:lnTo>
                  <a:pt x="3320" y="13"/>
                </a:lnTo>
                <a:lnTo>
                  <a:pt x="3307" y="14"/>
                </a:lnTo>
                <a:lnTo>
                  <a:pt x="3307" y="14"/>
                </a:lnTo>
                <a:lnTo>
                  <a:pt x="3294" y="16"/>
                </a:lnTo>
                <a:lnTo>
                  <a:pt x="3294" y="16"/>
                </a:lnTo>
                <a:lnTo>
                  <a:pt x="3281" y="19"/>
                </a:lnTo>
                <a:lnTo>
                  <a:pt x="3282" y="19"/>
                </a:lnTo>
                <a:lnTo>
                  <a:pt x="3270" y="22"/>
                </a:lnTo>
                <a:lnTo>
                  <a:pt x="3270" y="22"/>
                </a:lnTo>
                <a:lnTo>
                  <a:pt x="3258" y="25"/>
                </a:lnTo>
                <a:lnTo>
                  <a:pt x="3259" y="25"/>
                </a:lnTo>
                <a:lnTo>
                  <a:pt x="3248" y="30"/>
                </a:lnTo>
                <a:lnTo>
                  <a:pt x="3248" y="29"/>
                </a:lnTo>
                <a:lnTo>
                  <a:pt x="3238" y="34"/>
                </a:lnTo>
                <a:lnTo>
                  <a:pt x="3238" y="34"/>
                </a:lnTo>
                <a:lnTo>
                  <a:pt x="3228" y="39"/>
                </a:lnTo>
                <a:lnTo>
                  <a:pt x="3229" y="39"/>
                </a:lnTo>
                <a:lnTo>
                  <a:pt x="3220" y="45"/>
                </a:lnTo>
                <a:lnTo>
                  <a:pt x="3220" y="45"/>
                </a:lnTo>
                <a:lnTo>
                  <a:pt x="3211" y="51"/>
                </a:lnTo>
                <a:lnTo>
                  <a:pt x="3212" y="51"/>
                </a:lnTo>
                <a:lnTo>
                  <a:pt x="3204" y="58"/>
                </a:lnTo>
                <a:lnTo>
                  <a:pt x="3204" y="57"/>
                </a:lnTo>
                <a:lnTo>
                  <a:pt x="3197" y="65"/>
                </a:lnTo>
                <a:lnTo>
                  <a:pt x="3197" y="65"/>
                </a:lnTo>
                <a:lnTo>
                  <a:pt x="3191" y="73"/>
                </a:lnTo>
                <a:lnTo>
                  <a:pt x="3191" y="72"/>
                </a:lnTo>
                <a:lnTo>
                  <a:pt x="3185" y="81"/>
                </a:lnTo>
                <a:lnTo>
                  <a:pt x="3185" y="81"/>
                </a:lnTo>
                <a:lnTo>
                  <a:pt x="3180" y="89"/>
                </a:lnTo>
                <a:lnTo>
                  <a:pt x="3180" y="89"/>
                </a:lnTo>
                <a:lnTo>
                  <a:pt x="3176" y="98"/>
                </a:lnTo>
                <a:lnTo>
                  <a:pt x="3176" y="98"/>
                </a:lnTo>
                <a:lnTo>
                  <a:pt x="3172" y="107"/>
                </a:lnTo>
                <a:lnTo>
                  <a:pt x="3172" y="107"/>
                </a:lnTo>
                <a:lnTo>
                  <a:pt x="3169" y="116"/>
                </a:lnTo>
                <a:lnTo>
                  <a:pt x="3169" y="115"/>
                </a:lnTo>
                <a:lnTo>
                  <a:pt x="3166" y="125"/>
                </a:lnTo>
                <a:lnTo>
                  <a:pt x="3167" y="124"/>
                </a:lnTo>
                <a:lnTo>
                  <a:pt x="3165" y="134"/>
                </a:lnTo>
                <a:lnTo>
                  <a:pt x="3165" y="134"/>
                </a:lnTo>
                <a:lnTo>
                  <a:pt x="3164" y="143"/>
                </a:lnTo>
                <a:lnTo>
                  <a:pt x="3164" y="143"/>
                </a:lnTo>
                <a:lnTo>
                  <a:pt x="3163" y="153"/>
                </a:lnTo>
                <a:lnTo>
                  <a:pt x="3163" y="153"/>
                </a:lnTo>
                <a:lnTo>
                  <a:pt x="3164" y="161"/>
                </a:lnTo>
                <a:lnTo>
                  <a:pt x="3164" y="160"/>
                </a:lnTo>
                <a:lnTo>
                  <a:pt x="3164" y="168"/>
                </a:lnTo>
                <a:lnTo>
                  <a:pt x="3164" y="168"/>
                </a:lnTo>
                <a:lnTo>
                  <a:pt x="3165" y="175"/>
                </a:lnTo>
                <a:lnTo>
                  <a:pt x="3165" y="175"/>
                </a:lnTo>
                <a:lnTo>
                  <a:pt x="3166" y="182"/>
                </a:lnTo>
                <a:lnTo>
                  <a:pt x="3166" y="182"/>
                </a:lnTo>
                <a:lnTo>
                  <a:pt x="3168" y="189"/>
                </a:lnTo>
                <a:lnTo>
                  <a:pt x="3168" y="189"/>
                </a:lnTo>
                <a:lnTo>
                  <a:pt x="3170" y="196"/>
                </a:lnTo>
                <a:lnTo>
                  <a:pt x="3170" y="195"/>
                </a:lnTo>
                <a:lnTo>
                  <a:pt x="3172" y="202"/>
                </a:lnTo>
                <a:lnTo>
                  <a:pt x="3172" y="202"/>
                </a:lnTo>
                <a:lnTo>
                  <a:pt x="3175" y="209"/>
                </a:lnTo>
                <a:lnTo>
                  <a:pt x="3175" y="209"/>
                </a:lnTo>
                <a:lnTo>
                  <a:pt x="3178" y="215"/>
                </a:lnTo>
                <a:lnTo>
                  <a:pt x="3178" y="215"/>
                </a:lnTo>
                <a:lnTo>
                  <a:pt x="3181" y="221"/>
                </a:lnTo>
                <a:lnTo>
                  <a:pt x="3181" y="221"/>
                </a:lnTo>
                <a:lnTo>
                  <a:pt x="3189" y="233"/>
                </a:lnTo>
                <a:lnTo>
                  <a:pt x="3189" y="233"/>
                </a:lnTo>
                <a:lnTo>
                  <a:pt x="3199" y="245"/>
                </a:lnTo>
                <a:lnTo>
                  <a:pt x="3198" y="244"/>
                </a:lnTo>
                <a:lnTo>
                  <a:pt x="3210" y="255"/>
                </a:lnTo>
                <a:lnTo>
                  <a:pt x="3209" y="255"/>
                </a:lnTo>
                <a:lnTo>
                  <a:pt x="3218" y="263"/>
                </a:lnTo>
                <a:lnTo>
                  <a:pt x="3218" y="262"/>
                </a:lnTo>
                <a:lnTo>
                  <a:pt x="3229" y="270"/>
                </a:lnTo>
                <a:lnTo>
                  <a:pt x="3229" y="269"/>
                </a:lnTo>
                <a:lnTo>
                  <a:pt x="3241" y="276"/>
                </a:lnTo>
                <a:lnTo>
                  <a:pt x="3241" y="276"/>
                </a:lnTo>
                <a:lnTo>
                  <a:pt x="3255" y="283"/>
                </a:lnTo>
                <a:lnTo>
                  <a:pt x="3254" y="283"/>
                </a:lnTo>
                <a:lnTo>
                  <a:pt x="3270" y="289"/>
                </a:lnTo>
                <a:lnTo>
                  <a:pt x="3270" y="289"/>
                </a:lnTo>
                <a:lnTo>
                  <a:pt x="3287" y="295"/>
                </a:lnTo>
                <a:lnTo>
                  <a:pt x="3287" y="295"/>
                </a:lnTo>
                <a:lnTo>
                  <a:pt x="3306" y="301"/>
                </a:lnTo>
                <a:lnTo>
                  <a:pt x="3306" y="301"/>
                </a:lnTo>
                <a:lnTo>
                  <a:pt x="3326" y="307"/>
                </a:lnTo>
                <a:lnTo>
                  <a:pt x="3380" y="321"/>
                </a:lnTo>
                <a:lnTo>
                  <a:pt x="3381" y="321"/>
                </a:lnTo>
                <a:lnTo>
                  <a:pt x="3399" y="326"/>
                </a:lnTo>
                <a:lnTo>
                  <a:pt x="3399" y="326"/>
                </a:lnTo>
                <a:lnTo>
                  <a:pt x="3411" y="330"/>
                </a:lnTo>
                <a:lnTo>
                  <a:pt x="3412" y="330"/>
                </a:lnTo>
                <a:lnTo>
                  <a:pt x="3424" y="335"/>
                </a:lnTo>
                <a:lnTo>
                  <a:pt x="3425" y="335"/>
                </a:lnTo>
                <a:lnTo>
                  <a:pt x="3435" y="341"/>
                </a:lnTo>
                <a:lnTo>
                  <a:pt x="3436" y="341"/>
                </a:lnTo>
                <a:lnTo>
                  <a:pt x="3444" y="347"/>
                </a:lnTo>
                <a:lnTo>
                  <a:pt x="3445" y="348"/>
                </a:lnTo>
                <a:lnTo>
                  <a:pt x="3448" y="351"/>
                </a:lnTo>
                <a:lnTo>
                  <a:pt x="3449" y="351"/>
                </a:lnTo>
                <a:lnTo>
                  <a:pt x="3452" y="355"/>
                </a:lnTo>
                <a:lnTo>
                  <a:pt x="3452" y="355"/>
                </a:lnTo>
                <a:lnTo>
                  <a:pt x="3457" y="362"/>
                </a:lnTo>
                <a:lnTo>
                  <a:pt x="3458" y="363"/>
                </a:lnTo>
                <a:lnTo>
                  <a:pt x="3459" y="367"/>
                </a:lnTo>
                <a:lnTo>
                  <a:pt x="3460" y="367"/>
                </a:lnTo>
                <a:lnTo>
                  <a:pt x="3461" y="371"/>
                </a:lnTo>
                <a:lnTo>
                  <a:pt x="3461" y="371"/>
                </a:lnTo>
                <a:lnTo>
                  <a:pt x="3462" y="375"/>
                </a:lnTo>
                <a:lnTo>
                  <a:pt x="3463" y="376"/>
                </a:lnTo>
                <a:lnTo>
                  <a:pt x="3463" y="380"/>
                </a:lnTo>
                <a:lnTo>
                  <a:pt x="3463" y="381"/>
                </a:lnTo>
                <a:lnTo>
                  <a:pt x="3464" y="385"/>
                </a:lnTo>
                <a:lnTo>
                  <a:pt x="3464" y="385"/>
                </a:lnTo>
                <a:lnTo>
                  <a:pt x="3464" y="390"/>
                </a:lnTo>
                <a:lnTo>
                  <a:pt x="3464" y="391"/>
                </a:lnTo>
                <a:lnTo>
                  <a:pt x="3464" y="398"/>
                </a:lnTo>
                <a:lnTo>
                  <a:pt x="3463" y="398"/>
                </a:lnTo>
                <a:lnTo>
                  <a:pt x="3462" y="405"/>
                </a:lnTo>
                <a:lnTo>
                  <a:pt x="3462" y="405"/>
                </a:lnTo>
                <a:lnTo>
                  <a:pt x="3460" y="412"/>
                </a:lnTo>
                <a:lnTo>
                  <a:pt x="3460" y="412"/>
                </a:lnTo>
                <a:lnTo>
                  <a:pt x="3457" y="419"/>
                </a:lnTo>
                <a:lnTo>
                  <a:pt x="3457" y="419"/>
                </a:lnTo>
                <a:lnTo>
                  <a:pt x="3453" y="426"/>
                </a:lnTo>
                <a:lnTo>
                  <a:pt x="3453" y="426"/>
                </a:lnTo>
                <a:lnTo>
                  <a:pt x="3448" y="432"/>
                </a:lnTo>
                <a:lnTo>
                  <a:pt x="3448" y="433"/>
                </a:lnTo>
                <a:lnTo>
                  <a:pt x="3443" y="438"/>
                </a:lnTo>
                <a:lnTo>
                  <a:pt x="3443" y="439"/>
                </a:lnTo>
                <a:lnTo>
                  <a:pt x="3437" y="444"/>
                </a:lnTo>
                <a:lnTo>
                  <a:pt x="3436" y="445"/>
                </a:lnTo>
                <a:lnTo>
                  <a:pt x="3429" y="450"/>
                </a:lnTo>
                <a:lnTo>
                  <a:pt x="3429" y="450"/>
                </a:lnTo>
                <a:lnTo>
                  <a:pt x="3421" y="454"/>
                </a:lnTo>
                <a:lnTo>
                  <a:pt x="3420" y="455"/>
                </a:lnTo>
                <a:lnTo>
                  <a:pt x="3412" y="458"/>
                </a:lnTo>
                <a:lnTo>
                  <a:pt x="3411" y="459"/>
                </a:lnTo>
                <a:lnTo>
                  <a:pt x="3402" y="462"/>
                </a:lnTo>
                <a:lnTo>
                  <a:pt x="3402" y="462"/>
                </a:lnTo>
                <a:lnTo>
                  <a:pt x="3392" y="464"/>
                </a:lnTo>
                <a:lnTo>
                  <a:pt x="3391" y="464"/>
                </a:lnTo>
                <a:lnTo>
                  <a:pt x="3380" y="466"/>
                </a:lnTo>
                <a:lnTo>
                  <a:pt x="3380" y="466"/>
                </a:lnTo>
                <a:lnTo>
                  <a:pt x="3368" y="467"/>
                </a:lnTo>
                <a:lnTo>
                  <a:pt x="3368" y="467"/>
                </a:lnTo>
                <a:lnTo>
                  <a:pt x="3356" y="467"/>
                </a:lnTo>
                <a:lnTo>
                  <a:pt x="3355" y="467"/>
                </a:lnTo>
                <a:lnTo>
                  <a:pt x="3344" y="467"/>
                </a:lnTo>
                <a:lnTo>
                  <a:pt x="3343" y="467"/>
                </a:lnTo>
                <a:lnTo>
                  <a:pt x="3332" y="466"/>
                </a:lnTo>
                <a:lnTo>
                  <a:pt x="3332" y="466"/>
                </a:lnTo>
                <a:lnTo>
                  <a:pt x="3321" y="464"/>
                </a:lnTo>
                <a:lnTo>
                  <a:pt x="3321" y="464"/>
                </a:lnTo>
                <a:lnTo>
                  <a:pt x="3311" y="461"/>
                </a:lnTo>
                <a:lnTo>
                  <a:pt x="3310" y="461"/>
                </a:lnTo>
                <a:lnTo>
                  <a:pt x="3301" y="457"/>
                </a:lnTo>
                <a:lnTo>
                  <a:pt x="3300" y="458"/>
                </a:lnTo>
                <a:lnTo>
                  <a:pt x="3292" y="453"/>
                </a:lnTo>
                <a:lnTo>
                  <a:pt x="3291" y="453"/>
                </a:lnTo>
                <a:lnTo>
                  <a:pt x="3283" y="448"/>
                </a:lnTo>
                <a:lnTo>
                  <a:pt x="3283" y="448"/>
                </a:lnTo>
                <a:lnTo>
                  <a:pt x="3275" y="442"/>
                </a:lnTo>
                <a:lnTo>
                  <a:pt x="3275" y="442"/>
                </a:lnTo>
                <a:lnTo>
                  <a:pt x="3268" y="435"/>
                </a:lnTo>
                <a:lnTo>
                  <a:pt x="3268" y="435"/>
                </a:lnTo>
                <a:lnTo>
                  <a:pt x="3261" y="427"/>
                </a:lnTo>
                <a:lnTo>
                  <a:pt x="3261" y="427"/>
                </a:lnTo>
                <a:lnTo>
                  <a:pt x="3255" y="419"/>
                </a:lnTo>
                <a:lnTo>
                  <a:pt x="3255" y="418"/>
                </a:lnTo>
                <a:lnTo>
                  <a:pt x="3250" y="409"/>
                </a:lnTo>
                <a:lnTo>
                  <a:pt x="3250" y="408"/>
                </a:lnTo>
                <a:lnTo>
                  <a:pt x="3246" y="398"/>
                </a:lnTo>
                <a:lnTo>
                  <a:pt x="3245" y="398"/>
                </a:lnTo>
                <a:lnTo>
                  <a:pt x="3242" y="387"/>
                </a:lnTo>
                <a:lnTo>
                  <a:pt x="3242" y="387"/>
                </a:lnTo>
                <a:lnTo>
                  <a:pt x="3238" y="375"/>
                </a:lnTo>
                <a:lnTo>
                  <a:pt x="3238" y="375"/>
                </a:lnTo>
                <a:lnTo>
                  <a:pt x="3235" y="362"/>
                </a:lnTo>
                <a:lnTo>
                  <a:pt x="3242" y="367"/>
                </a:lnTo>
                <a:lnTo>
                  <a:pt x="3138" y="377"/>
                </a:lnTo>
                <a:close/>
                <a:moveTo>
                  <a:pt x="4126" y="374"/>
                </a:moveTo>
                <a:lnTo>
                  <a:pt x="4127" y="375"/>
                </a:lnTo>
                <a:lnTo>
                  <a:pt x="4129" y="376"/>
                </a:lnTo>
                <a:lnTo>
                  <a:pt x="4130" y="378"/>
                </a:lnTo>
                <a:lnTo>
                  <a:pt x="4130" y="380"/>
                </a:lnTo>
                <a:lnTo>
                  <a:pt x="4130" y="382"/>
                </a:lnTo>
                <a:lnTo>
                  <a:pt x="4123" y="403"/>
                </a:lnTo>
                <a:lnTo>
                  <a:pt x="4123" y="403"/>
                </a:lnTo>
                <a:lnTo>
                  <a:pt x="4116" y="422"/>
                </a:lnTo>
                <a:lnTo>
                  <a:pt x="4116" y="423"/>
                </a:lnTo>
                <a:lnTo>
                  <a:pt x="4107" y="441"/>
                </a:lnTo>
                <a:lnTo>
                  <a:pt x="4107" y="441"/>
                </a:lnTo>
                <a:lnTo>
                  <a:pt x="4098" y="458"/>
                </a:lnTo>
                <a:lnTo>
                  <a:pt x="4097" y="459"/>
                </a:lnTo>
                <a:lnTo>
                  <a:pt x="4087" y="474"/>
                </a:lnTo>
                <a:lnTo>
                  <a:pt x="4087" y="474"/>
                </a:lnTo>
                <a:lnTo>
                  <a:pt x="4081" y="481"/>
                </a:lnTo>
                <a:lnTo>
                  <a:pt x="4081" y="482"/>
                </a:lnTo>
                <a:lnTo>
                  <a:pt x="4075" y="488"/>
                </a:lnTo>
                <a:lnTo>
                  <a:pt x="4075" y="489"/>
                </a:lnTo>
                <a:lnTo>
                  <a:pt x="4069" y="495"/>
                </a:lnTo>
                <a:lnTo>
                  <a:pt x="4069" y="495"/>
                </a:lnTo>
                <a:lnTo>
                  <a:pt x="4063" y="501"/>
                </a:lnTo>
                <a:lnTo>
                  <a:pt x="4063" y="501"/>
                </a:lnTo>
                <a:lnTo>
                  <a:pt x="4056" y="507"/>
                </a:lnTo>
                <a:lnTo>
                  <a:pt x="4056" y="507"/>
                </a:lnTo>
                <a:lnTo>
                  <a:pt x="4049" y="513"/>
                </a:lnTo>
                <a:lnTo>
                  <a:pt x="4049" y="513"/>
                </a:lnTo>
                <a:lnTo>
                  <a:pt x="4042" y="518"/>
                </a:lnTo>
                <a:lnTo>
                  <a:pt x="4042" y="518"/>
                </a:lnTo>
                <a:lnTo>
                  <a:pt x="4035" y="523"/>
                </a:lnTo>
                <a:lnTo>
                  <a:pt x="4034" y="523"/>
                </a:lnTo>
                <a:lnTo>
                  <a:pt x="4027" y="528"/>
                </a:lnTo>
                <a:lnTo>
                  <a:pt x="4027" y="528"/>
                </a:lnTo>
                <a:lnTo>
                  <a:pt x="4019" y="532"/>
                </a:lnTo>
                <a:lnTo>
                  <a:pt x="4019" y="532"/>
                </a:lnTo>
                <a:lnTo>
                  <a:pt x="4011" y="536"/>
                </a:lnTo>
                <a:lnTo>
                  <a:pt x="4010" y="536"/>
                </a:lnTo>
                <a:lnTo>
                  <a:pt x="4002" y="539"/>
                </a:lnTo>
                <a:lnTo>
                  <a:pt x="4002" y="540"/>
                </a:lnTo>
                <a:lnTo>
                  <a:pt x="3994" y="543"/>
                </a:lnTo>
                <a:lnTo>
                  <a:pt x="3993" y="543"/>
                </a:lnTo>
                <a:lnTo>
                  <a:pt x="3985" y="546"/>
                </a:lnTo>
                <a:lnTo>
                  <a:pt x="3984" y="546"/>
                </a:lnTo>
                <a:lnTo>
                  <a:pt x="3976" y="548"/>
                </a:lnTo>
                <a:lnTo>
                  <a:pt x="3975" y="548"/>
                </a:lnTo>
                <a:lnTo>
                  <a:pt x="3966" y="550"/>
                </a:lnTo>
                <a:lnTo>
                  <a:pt x="3966" y="550"/>
                </a:lnTo>
                <a:lnTo>
                  <a:pt x="3957" y="552"/>
                </a:lnTo>
                <a:lnTo>
                  <a:pt x="3956" y="552"/>
                </a:lnTo>
                <a:lnTo>
                  <a:pt x="3947" y="553"/>
                </a:lnTo>
                <a:lnTo>
                  <a:pt x="3947" y="553"/>
                </a:lnTo>
                <a:lnTo>
                  <a:pt x="3937" y="555"/>
                </a:lnTo>
                <a:lnTo>
                  <a:pt x="3937" y="555"/>
                </a:lnTo>
                <a:lnTo>
                  <a:pt x="3927" y="555"/>
                </a:lnTo>
                <a:lnTo>
                  <a:pt x="3927" y="555"/>
                </a:lnTo>
                <a:lnTo>
                  <a:pt x="3916" y="556"/>
                </a:lnTo>
                <a:lnTo>
                  <a:pt x="3916" y="556"/>
                </a:lnTo>
                <a:lnTo>
                  <a:pt x="3906" y="556"/>
                </a:lnTo>
                <a:lnTo>
                  <a:pt x="3906" y="556"/>
                </a:lnTo>
                <a:lnTo>
                  <a:pt x="3893" y="556"/>
                </a:lnTo>
                <a:lnTo>
                  <a:pt x="3892" y="556"/>
                </a:lnTo>
                <a:lnTo>
                  <a:pt x="3880" y="555"/>
                </a:lnTo>
                <a:lnTo>
                  <a:pt x="3879" y="555"/>
                </a:lnTo>
                <a:lnTo>
                  <a:pt x="3867" y="553"/>
                </a:lnTo>
                <a:lnTo>
                  <a:pt x="3867" y="553"/>
                </a:lnTo>
                <a:lnTo>
                  <a:pt x="3855" y="552"/>
                </a:lnTo>
                <a:lnTo>
                  <a:pt x="3855" y="552"/>
                </a:lnTo>
                <a:lnTo>
                  <a:pt x="3843" y="549"/>
                </a:lnTo>
                <a:lnTo>
                  <a:pt x="3842" y="549"/>
                </a:lnTo>
                <a:lnTo>
                  <a:pt x="3831" y="546"/>
                </a:lnTo>
                <a:lnTo>
                  <a:pt x="3831" y="546"/>
                </a:lnTo>
                <a:lnTo>
                  <a:pt x="3819" y="542"/>
                </a:lnTo>
                <a:lnTo>
                  <a:pt x="3819" y="542"/>
                </a:lnTo>
                <a:lnTo>
                  <a:pt x="3808" y="538"/>
                </a:lnTo>
                <a:lnTo>
                  <a:pt x="3808" y="538"/>
                </a:lnTo>
                <a:lnTo>
                  <a:pt x="3797" y="533"/>
                </a:lnTo>
                <a:lnTo>
                  <a:pt x="3797" y="533"/>
                </a:lnTo>
                <a:lnTo>
                  <a:pt x="3786" y="527"/>
                </a:lnTo>
                <a:lnTo>
                  <a:pt x="3786" y="527"/>
                </a:lnTo>
                <a:lnTo>
                  <a:pt x="3776" y="521"/>
                </a:lnTo>
                <a:lnTo>
                  <a:pt x="3776" y="521"/>
                </a:lnTo>
                <a:lnTo>
                  <a:pt x="3766" y="515"/>
                </a:lnTo>
                <a:lnTo>
                  <a:pt x="3766" y="515"/>
                </a:lnTo>
                <a:lnTo>
                  <a:pt x="3756" y="508"/>
                </a:lnTo>
                <a:lnTo>
                  <a:pt x="3756" y="507"/>
                </a:lnTo>
                <a:lnTo>
                  <a:pt x="3747" y="500"/>
                </a:lnTo>
                <a:lnTo>
                  <a:pt x="3747" y="500"/>
                </a:lnTo>
                <a:lnTo>
                  <a:pt x="3738" y="492"/>
                </a:lnTo>
                <a:lnTo>
                  <a:pt x="3738" y="492"/>
                </a:lnTo>
                <a:lnTo>
                  <a:pt x="3729" y="483"/>
                </a:lnTo>
                <a:lnTo>
                  <a:pt x="3729" y="483"/>
                </a:lnTo>
                <a:lnTo>
                  <a:pt x="3721" y="474"/>
                </a:lnTo>
                <a:lnTo>
                  <a:pt x="3721" y="473"/>
                </a:lnTo>
                <a:lnTo>
                  <a:pt x="3713" y="464"/>
                </a:lnTo>
                <a:lnTo>
                  <a:pt x="3713" y="463"/>
                </a:lnTo>
                <a:lnTo>
                  <a:pt x="3706" y="453"/>
                </a:lnTo>
                <a:lnTo>
                  <a:pt x="3706" y="453"/>
                </a:lnTo>
                <a:lnTo>
                  <a:pt x="3699" y="443"/>
                </a:lnTo>
                <a:lnTo>
                  <a:pt x="3699" y="442"/>
                </a:lnTo>
                <a:lnTo>
                  <a:pt x="3693" y="432"/>
                </a:lnTo>
                <a:lnTo>
                  <a:pt x="3693" y="431"/>
                </a:lnTo>
                <a:lnTo>
                  <a:pt x="3687" y="420"/>
                </a:lnTo>
                <a:lnTo>
                  <a:pt x="3687" y="420"/>
                </a:lnTo>
                <a:lnTo>
                  <a:pt x="3682" y="408"/>
                </a:lnTo>
                <a:lnTo>
                  <a:pt x="3682" y="408"/>
                </a:lnTo>
                <a:lnTo>
                  <a:pt x="3677" y="396"/>
                </a:lnTo>
                <a:lnTo>
                  <a:pt x="3677" y="396"/>
                </a:lnTo>
                <a:lnTo>
                  <a:pt x="3673" y="383"/>
                </a:lnTo>
                <a:lnTo>
                  <a:pt x="3673" y="383"/>
                </a:lnTo>
                <a:lnTo>
                  <a:pt x="3669" y="370"/>
                </a:lnTo>
                <a:lnTo>
                  <a:pt x="3669" y="370"/>
                </a:lnTo>
                <a:lnTo>
                  <a:pt x="3667" y="356"/>
                </a:lnTo>
                <a:lnTo>
                  <a:pt x="3667" y="356"/>
                </a:lnTo>
                <a:lnTo>
                  <a:pt x="3664" y="342"/>
                </a:lnTo>
                <a:lnTo>
                  <a:pt x="3664" y="342"/>
                </a:lnTo>
                <a:lnTo>
                  <a:pt x="3662" y="328"/>
                </a:lnTo>
                <a:lnTo>
                  <a:pt x="3662" y="328"/>
                </a:lnTo>
                <a:lnTo>
                  <a:pt x="3661" y="313"/>
                </a:lnTo>
                <a:lnTo>
                  <a:pt x="3661" y="313"/>
                </a:lnTo>
                <a:lnTo>
                  <a:pt x="3660" y="298"/>
                </a:lnTo>
                <a:lnTo>
                  <a:pt x="3660" y="298"/>
                </a:lnTo>
                <a:lnTo>
                  <a:pt x="3660" y="283"/>
                </a:lnTo>
                <a:lnTo>
                  <a:pt x="3660" y="282"/>
                </a:lnTo>
                <a:lnTo>
                  <a:pt x="3660" y="266"/>
                </a:lnTo>
                <a:lnTo>
                  <a:pt x="3660" y="266"/>
                </a:lnTo>
                <a:lnTo>
                  <a:pt x="3661" y="250"/>
                </a:lnTo>
                <a:lnTo>
                  <a:pt x="3661" y="250"/>
                </a:lnTo>
                <a:lnTo>
                  <a:pt x="3662" y="235"/>
                </a:lnTo>
                <a:lnTo>
                  <a:pt x="3662" y="235"/>
                </a:lnTo>
                <a:lnTo>
                  <a:pt x="3664" y="220"/>
                </a:lnTo>
                <a:lnTo>
                  <a:pt x="3664" y="220"/>
                </a:lnTo>
                <a:lnTo>
                  <a:pt x="3667" y="205"/>
                </a:lnTo>
                <a:lnTo>
                  <a:pt x="3667" y="205"/>
                </a:lnTo>
                <a:lnTo>
                  <a:pt x="3669" y="191"/>
                </a:lnTo>
                <a:lnTo>
                  <a:pt x="3669" y="191"/>
                </a:lnTo>
                <a:lnTo>
                  <a:pt x="3673" y="177"/>
                </a:lnTo>
                <a:lnTo>
                  <a:pt x="3673" y="177"/>
                </a:lnTo>
                <a:lnTo>
                  <a:pt x="3677" y="164"/>
                </a:lnTo>
                <a:lnTo>
                  <a:pt x="3677" y="164"/>
                </a:lnTo>
                <a:lnTo>
                  <a:pt x="3681" y="151"/>
                </a:lnTo>
                <a:lnTo>
                  <a:pt x="3682" y="151"/>
                </a:lnTo>
                <a:lnTo>
                  <a:pt x="3687" y="139"/>
                </a:lnTo>
                <a:lnTo>
                  <a:pt x="3687" y="138"/>
                </a:lnTo>
                <a:lnTo>
                  <a:pt x="3692" y="127"/>
                </a:lnTo>
                <a:lnTo>
                  <a:pt x="3693" y="126"/>
                </a:lnTo>
                <a:lnTo>
                  <a:pt x="3699" y="115"/>
                </a:lnTo>
                <a:lnTo>
                  <a:pt x="3699" y="115"/>
                </a:lnTo>
                <a:lnTo>
                  <a:pt x="3705" y="104"/>
                </a:lnTo>
                <a:lnTo>
                  <a:pt x="3706" y="104"/>
                </a:lnTo>
                <a:lnTo>
                  <a:pt x="3713" y="94"/>
                </a:lnTo>
                <a:lnTo>
                  <a:pt x="3713" y="94"/>
                </a:lnTo>
                <a:lnTo>
                  <a:pt x="3721" y="84"/>
                </a:lnTo>
                <a:lnTo>
                  <a:pt x="3721" y="83"/>
                </a:lnTo>
                <a:lnTo>
                  <a:pt x="3729" y="74"/>
                </a:lnTo>
                <a:lnTo>
                  <a:pt x="3729" y="74"/>
                </a:lnTo>
                <a:lnTo>
                  <a:pt x="3738" y="65"/>
                </a:lnTo>
                <a:lnTo>
                  <a:pt x="3738" y="65"/>
                </a:lnTo>
                <a:lnTo>
                  <a:pt x="3747" y="57"/>
                </a:lnTo>
                <a:lnTo>
                  <a:pt x="3747" y="57"/>
                </a:lnTo>
                <a:lnTo>
                  <a:pt x="3757" y="49"/>
                </a:lnTo>
                <a:lnTo>
                  <a:pt x="3757" y="49"/>
                </a:lnTo>
                <a:lnTo>
                  <a:pt x="3767" y="42"/>
                </a:lnTo>
                <a:lnTo>
                  <a:pt x="3767" y="42"/>
                </a:lnTo>
                <a:lnTo>
                  <a:pt x="3777" y="35"/>
                </a:lnTo>
                <a:lnTo>
                  <a:pt x="3777" y="35"/>
                </a:lnTo>
                <a:lnTo>
                  <a:pt x="3787" y="29"/>
                </a:lnTo>
                <a:lnTo>
                  <a:pt x="3788" y="29"/>
                </a:lnTo>
                <a:lnTo>
                  <a:pt x="3798" y="23"/>
                </a:lnTo>
                <a:lnTo>
                  <a:pt x="3799" y="23"/>
                </a:lnTo>
                <a:lnTo>
                  <a:pt x="3810" y="18"/>
                </a:lnTo>
                <a:lnTo>
                  <a:pt x="3810" y="18"/>
                </a:lnTo>
                <a:lnTo>
                  <a:pt x="3821" y="14"/>
                </a:lnTo>
                <a:lnTo>
                  <a:pt x="3822" y="14"/>
                </a:lnTo>
                <a:lnTo>
                  <a:pt x="3833" y="10"/>
                </a:lnTo>
                <a:lnTo>
                  <a:pt x="3834" y="10"/>
                </a:lnTo>
                <a:lnTo>
                  <a:pt x="3846" y="7"/>
                </a:lnTo>
                <a:lnTo>
                  <a:pt x="3846" y="7"/>
                </a:lnTo>
                <a:lnTo>
                  <a:pt x="3858" y="4"/>
                </a:lnTo>
                <a:lnTo>
                  <a:pt x="3858" y="4"/>
                </a:lnTo>
                <a:lnTo>
                  <a:pt x="3871" y="2"/>
                </a:lnTo>
                <a:lnTo>
                  <a:pt x="3871" y="2"/>
                </a:lnTo>
                <a:lnTo>
                  <a:pt x="3884" y="1"/>
                </a:lnTo>
                <a:lnTo>
                  <a:pt x="3885" y="1"/>
                </a:lnTo>
                <a:lnTo>
                  <a:pt x="3898" y="0"/>
                </a:lnTo>
                <a:lnTo>
                  <a:pt x="3898" y="0"/>
                </a:lnTo>
                <a:lnTo>
                  <a:pt x="3912" y="0"/>
                </a:lnTo>
                <a:lnTo>
                  <a:pt x="3912" y="0"/>
                </a:lnTo>
                <a:lnTo>
                  <a:pt x="3924" y="0"/>
                </a:lnTo>
                <a:lnTo>
                  <a:pt x="3924" y="0"/>
                </a:lnTo>
                <a:lnTo>
                  <a:pt x="3936" y="1"/>
                </a:lnTo>
                <a:lnTo>
                  <a:pt x="3936" y="1"/>
                </a:lnTo>
                <a:lnTo>
                  <a:pt x="3947" y="2"/>
                </a:lnTo>
                <a:lnTo>
                  <a:pt x="3948" y="2"/>
                </a:lnTo>
                <a:lnTo>
                  <a:pt x="3959" y="3"/>
                </a:lnTo>
                <a:lnTo>
                  <a:pt x="3959" y="3"/>
                </a:lnTo>
                <a:lnTo>
                  <a:pt x="3970" y="5"/>
                </a:lnTo>
                <a:lnTo>
                  <a:pt x="3970" y="5"/>
                </a:lnTo>
                <a:lnTo>
                  <a:pt x="3981" y="8"/>
                </a:lnTo>
                <a:lnTo>
                  <a:pt x="3981" y="8"/>
                </a:lnTo>
                <a:lnTo>
                  <a:pt x="3991" y="11"/>
                </a:lnTo>
                <a:lnTo>
                  <a:pt x="3992" y="11"/>
                </a:lnTo>
                <a:lnTo>
                  <a:pt x="4002" y="14"/>
                </a:lnTo>
                <a:lnTo>
                  <a:pt x="4002" y="14"/>
                </a:lnTo>
                <a:lnTo>
                  <a:pt x="4011" y="18"/>
                </a:lnTo>
                <a:lnTo>
                  <a:pt x="4012" y="18"/>
                </a:lnTo>
                <a:lnTo>
                  <a:pt x="4021" y="22"/>
                </a:lnTo>
                <a:lnTo>
                  <a:pt x="4021" y="22"/>
                </a:lnTo>
                <a:lnTo>
                  <a:pt x="4030" y="27"/>
                </a:lnTo>
                <a:lnTo>
                  <a:pt x="4031" y="27"/>
                </a:lnTo>
                <a:lnTo>
                  <a:pt x="4040" y="32"/>
                </a:lnTo>
                <a:lnTo>
                  <a:pt x="4040" y="33"/>
                </a:lnTo>
                <a:lnTo>
                  <a:pt x="4048" y="38"/>
                </a:lnTo>
                <a:lnTo>
                  <a:pt x="4049" y="38"/>
                </a:lnTo>
                <a:lnTo>
                  <a:pt x="4057" y="44"/>
                </a:lnTo>
                <a:lnTo>
                  <a:pt x="4057" y="45"/>
                </a:lnTo>
                <a:lnTo>
                  <a:pt x="4065" y="52"/>
                </a:lnTo>
                <a:lnTo>
                  <a:pt x="4065" y="52"/>
                </a:lnTo>
                <a:lnTo>
                  <a:pt x="4072" y="59"/>
                </a:lnTo>
                <a:lnTo>
                  <a:pt x="4073" y="59"/>
                </a:lnTo>
                <a:lnTo>
                  <a:pt x="4081" y="68"/>
                </a:lnTo>
                <a:lnTo>
                  <a:pt x="4082" y="68"/>
                </a:lnTo>
                <a:lnTo>
                  <a:pt x="4090" y="78"/>
                </a:lnTo>
                <a:lnTo>
                  <a:pt x="4090" y="78"/>
                </a:lnTo>
                <a:lnTo>
                  <a:pt x="4098" y="89"/>
                </a:lnTo>
                <a:lnTo>
                  <a:pt x="4098" y="89"/>
                </a:lnTo>
                <a:lnTo>
                  <a:pt x="4105" y="101"/>
                </a:lnTo>
                <a:lnTo>
                  <a:pt x="4105" y="101"/>
                </a:lnTo>
                <a:lnTo>
                  <a:pt x="4112" y="114"/>
                </a:lnTo>
                <a:lnTo>
                  <a:pt x="4112" y="114"/>
                </a:lnTo>
                <a:lnTo>
                  <a:pt x="4118" y="127"/>
                </a:lnTo>
                <a:lnTo>
                  <a:pt x="4118" y="128"/>
                </a:lnTo>
                <a:lnTo>
                  <a:pt x="4123" y="142"/>
                </a:lnTo>
                <a:lnTo>
                  <a:pt x="4123" y="142"/>
                </a:lnTo>
                <a:lnTo>
                  <a:pt x="4128" y="158"/>
                </a:lnTo>
                <a:lnTo>
                  <a:pt x="4128" y="159"/>
                </a:lnTo>
                <a:lnTo>
                  <a:pt x="4128" y="161"/>
                </a:lnTo>
                <a:lnTo>
                  <a:pt x="4127" y="163"/>
                </a:lnTo>
                <a:lnTo>
                  <a:pt x="4126" y="164"/>
                </a:lnTo>
                <a:lnTo>
                  <a:pt x="4124" y="165"/>
                </a:lnTo>
                <a:lnTo>
                  <a:pt x="4019" y="190"/>
                </a:lnTo>
                <a:lnTo>
                  <a:pt x="4017" y="190"/>
                </a:lnTo>
                <a:lnTo>
                  <a:pt x="4016" y="190"/>
                </a:lnTo>
                <a:lnTo>
                  <a:pt x="4014" y="189"/>
                </a:lnTo>
                <a:lnTo>
                  <a:pt x="4013" y="188"/>
                </a:lnTo>
                <a:lnTo>
                  <a:pt x="4012" y="186"/>
                </a:lnTo>
                <a:lnTo>
                  <a:pt x="4010" y="176"/>
                </a:lnTo>
                <a:lnTo>
                  <a:pt x="4010" y="176"/>
                </a:lnTo>
                <a:lnTo>
                  <a:pt x="4006" y="167"/>
                </a:lnTo>
                <a:lnTo>
                  <a:pt x="4007" y="167"/>
                </a:lnTo>
                <a:lnTo>
                  <a:pt x="4003" y="159"/>
                </a:lnTo>
                <a:lnTo>
                  <a:pt x="4003" y="159"/>
                </a:lnTo>
                <a:lnTo>
                  <a:pt x="3998" y="151"/>
                </a:lnTo>
                <a:lnTo>
                  <a:pt x="3999" y="151"/>
                </a:lnTo>
                <a:lnTo>
                  <a:pt x="3993" y="143"/>
                </a:lnTo>
                <a:lnTo>
                  <a:pt x="3994" y="144"/>
                </a:lnTo>
                <a:lnTo>
                  <a:pt x="3988" y="137"/>
                </a:lnTo>
                <a:lnTo>
                  <a:pt x="3988" y="137"/>
                </a:lnTo>
                <a:lnTo>
                  <a:pt x="3982" y="130"/>
                </a:lnTo>
                <a:lnTo>
                  <a:pt x="3982" y="131"/>
                </a:lnTo>
                <a:lnTo>
                  <a:pt x="3975" y="125"/>
                </a:lnTo>
                <a:lnTo>
                  <a:pt x="3975" y="125"/>
                </a:lnTo>
                <a:lnTo>
                  <a:pt x="3968" y="120"/>
                </a:lnTo>
                <a:lnTo>
                  <a:pt x="3968" y="120"/>
                </a:lnTo>
                <a:lnTo>
                  <a:pt x="3960" y="115"/>
                </a:lnTo>
                <a:lnTo>
                  <a:pt x="3961" y="115"/>
                </a:lnTo>
                <a:lnTo>
                  <a:pt x="3952" y="111"/>
                </a:lnTo>
                <a:lnTo>
                  <a:pt x="3953" y="112"/>
                </a:lnTo>
                <a:lnTo>
                  <a:pt x="3944" y="108"/>
                </a:lnTo>
                <a:lnTo>
                  <a:pt x="3944" y="108"/>
                </a:lnTo>
                <a:lnTo>
                  <a:pt x="3935" y="106"/>
                </a:lnTo>
                <a:lnTo>
                  <a:pt x="3936" y="106"/>
                </a:lnTo>
                <a:lnTo>
                  <a:pt x="3926" y="104"/>
                </a:lnTo>
                <a:lnTo>
                  <a:pt x="3926" y="104"/>
                </a:lnTo>
                <a:lnTo>
                  <a:pt x="3916" y="103"/>
                </a:lnTo>
                <a:lnTo>
                  <a:pt x="3917" y="103"/>
                </a:lnTo>
                <a:lnTo>
                  <a:pt x="3906" y="103"/>
                </a:lnTo>
                <a:lnTo>
                  <a:pt x="3907" y="103"/>
                </a:lnTo>
                <a:lnTo>
                  <a:pt x="3900" y="103"/>
                </a:lnTo>
                <a:lnTo>
                  <a:pt x="3900" y="103"/>
                </a:lnTo>
                <a:lnTo>
                  <a:pt x="3893" y="103"/>
                </a:lnTo>
                <a:lnTo>
                  <a:pt x="3893" y="103"/>
                </a:lnTo>
                <a:lnTo>
                  <a:pt x="3886" y="104"/>
                </a:lnTo>
                <a:lnTo>
                  <a:pt x="3887" y="104"/>
                </a:lnTo>
                <a:lnTo>
                  <a:pt x="3880" y="105"/>
                </a:lnTo>
                <a:lnTo>
                  <a:pt x="3880" y="105"/>
                </a:lnTo>
                <a:lnTo>
                  <a:pt x="3873" y="107"/>
                </a:lnTo>
                <a:lnTo>
                  <a:pt x="3874" y="107"/>
                </a:lnTo>
                <a:lnTo>
                  <a:pt x="3867" y="109"/>
                </a:lnTo>
                <a:lnTo>
                  <a:pt x="3868" y="108"/>
                </a:lnTo>
                <a:lnTo>
                  <a:pt x="3856" y="113"/>
                </a:lnTo>
                <a:lnTo>
                  <a:pt x="3856" y="113"/>
                </a:lnTo>
                <a:lnTo>
                  <a:pt x="3845" y="119"/>
                </a:lnTo>
                <a:lnTo>
                  <a:pt x="3845" y="118"/>
                </a:lnTo>
                <a:lnTo>
                  <a:pt x="3835" y="125"/>
                </a:lnTo>
                <a:lnTo>
                  <a:pt x="3835" y="125"/>
                </a:lnTo>
                <a:lnTo>
                  <a:pt x="3825" y="134"/>
                </a:lnTo>
                <a:lnTo>
                  <a:pt x="3825" y="133"/>
                </a:lnTo>
                <a:lnTo>
                  <a:pt x="3816" y="143"/>
                </a:lnTo>
                <a:lnTo>
                  <a:pt x="3816" y="143"/>
                </a:lnTo>
                <a:lnTo>
                  <a:pt x="3812" y="148"/>
                </a:lnTo>
                <a:lnTo>
                  <a:pt x="3812" y="148"/>
                </a:lnTo>
                <a:lnTo>
                  <a:pt x="3808" y="154"/>
                </a:lnTo>
                <a:lnTo>
                  <a:pt x="3808" y="153"/>
                </a:lnTo>
                <a:lnTo>
                  <a:pt x="3804" y="160"/>
                </a:lnTo>
                <a:lnTo>
                  <a:pt x="3804" y="159"/>
                </a:lnTo>
                <a:lnTo>
                  <a:pt x="3801" y="166"/>
                </a:lnTo>
                <a:lnTo>
                  <a:pt x="3801" y="166"/>
                </a:lnTo>
                <a:lnTo>
                  <a:pt x="3798" y="173"/>
                </a:lnTo>
                <a:lnTo>
                  <a:pt x="3798" y="173"/>
                </a:lnTo>
                <a:lnTo>
                  <a:pt x="3795" y="180"/>
                </a:lnTo>
                <a:lnTo>
                  <a:pt x="3795" y="180"/>
                </a:lnTo>
                <a:lnTo>
                  <a:pt x="3792" y="188"/>
                </a:lnTo>
                <a:lnTo>
                  <a:pt x="3792" y="187"/>
                </a:lnTo>
                <a:lnTo>
                  <a:pt x="3790" y="196"/>
                </a:lnTo>
                <a:lnTo>
                  <a:pt x="3790" y="195"/>
                </a:lnTo>
                <a:lnTo>
                  <a:pt x="3788" y="204"/>
                </a:lnTo>
                <a:lnTo>
                  <a:pt x="3788" y="204"/>
                </a:lnTo>
                <a:lnTo>
                  <a:pt x="3786" y="213"/>
                </a:lnTo>
                <a:lnTo>
                  <a:pt x="3786" y="213"/>
                </a:lnTo>
                <a:lnTo>
                  <a:pt x="3784" y="222"/>
                </a:lnTo>
                <a:lnTo>
                  <a:pt x="3784" y="222"/>
                </a:lnTo>
                <a:lnTo>
                  <a:pt x="3783" y="232"/>
                </a:lnTo>
                <a:lnTo>
                  <a:pt x="3783" y="232"/>
                </a:lnTo>
                <a:lnTo>
                  <a:pt x="3782" y="242"/>
                </a:lnTo>
                <a:lnTo>
                  <a:pt x="3782" y="242"/>
                </a:lnTo>
                <a:lnTo>
                  <a:pt x="3781" y="253"/>
                </a:lnTo>
                <a:lnTo>
                  <a:pt x="3781" y="253"/>
                </a:lnTo>
                <a:lnTo>
                  <a:pt x="3781" y="264"/>
                </a:lnTo>
                <a:lnTo>
                  <a:pt x="3781" y="264"/>
                </a:lnTo>
                <a:lnTo>
                  <a:pt x="3781" y="275"/>
                </a:lnTo>
                <a:lnTo>
                  <a:pt x="3781" y="275"/>
                </a:lnTo>
                <a:lnTo>
                  <a:pt x="3781" y="299"/>
                </a:lnTo>
                <a:lnTo>
                  <a:pt x="3781" y="299"/>
                </a:lnTo>
                <a:lnTo>
                  <a:pt x="3782" y="310"/>
                </a:lnTo>
                <a:lnTo>
                  <a:pt x="3782" y="310"/>
                </a:lnTo>
                <a:lnTo>
                  <a:pt x="3783" y="321"/>
                </a:lnTo>
                <a:lnTo>
                  <a:pt x="3783" y="321"/>
                </a:lnTo>
                <a:lnTo>
                  <a:pt x="3784" y="332"/>
                </a:lnTo>
                <a:lnTo>
                  <a:pt x="3784" y="331"/>
                </a:lnTo>
                <a:lnTo>
                  <a:pt x="3786" y="341"/>
                </a:lnTo>
                <a:lnTo>
                  <a:pt x="3786" y="341"/>
                </a:lnTo>
                <a:lnTo>
                  <a:pt x="3788" y="351"/>
                </a:lnTo>
                <a:lnTo>
                  <a:pt x="3788" y="351"/>
                </a:lnTo>
                <a:lnTo>
                  <a:pt x="3790" y="360"/>
                </a:lnTo>
                <a:lnTo>
                  <a:pt x="3790" y="360"/>
                </a:lnTo>
                <a:lnTo>
                  <a:pt x="3792" y="368"/>
                </a:lnTo>
                <a:lnTo>
                  <a:pt x="3792" y="368"/>
                </a:lnTo>
                <a:lnTo>
                  <a:pt x="3795" y="376"/>
                </a:lnTo>
                <a:lnTo>
                  <a:pt x="3795" y="376"/>
                </a:lnTo>
                <a:lnTo>
                  <a:pt x="3798" y="384"/>
                </a:lnTo>
                <a:lnTo>
                  <a:pt x="3798" y="383"/>
                </a:lnTo>
                <a:lnTo>
                  <a:pt x="3801" y="391"/>
                </a:lnTo>
                <a:lnTo>
                  <a:pt x="3801" y="391"/>
                </a:lnTo>
                <a:lnTo>
                  <a:pt x="3804" y="397"/>
                </a:lnTo>
                <a:lnTo>
                  <a:pt x="3804" y="397"/>
                </a:lnTo>
                <a:lnTo>
                  <a:pt x="3808" y="404"/>
                </a:lnTo>
                <a:lnTo>
                  <a:pt x="3807" y="403"/>
                </a:lnTo>
                <a:lnTo>
                  <a:pt x="3811" y="409"/>
                </a:lnTo>
                <a:lnTo>
                  <a:pt x="3811" y="409"/>
                </a:lnTo>
                <a:lnTo>
                  <a:pt x="3816" y="414"/>
                </a:lnTo>
                <a:lnTo>
                  <a:pt x="3815" y="414"/>
                </a:lnTo>
                <a:lnTo>
                  <a:pt x="3825" y="424"/>
                </a:lnTo>
                <a:lnTo>
                  <a:pt x="3824" y="423"/>
                </a:lnTo>
                <a:lnTo>
                  <a:pt x="3834" y="432"/>
                </a:lnTo>
                <a:lnTo>
                  <a:pt x="3834" y="432"/>
                </a:lnTo>
                <a:lnTo>
                  <a:pt x="3844" y="439"/>
                </a:lnTo>
                <a:lnTo>
                  <a:pt x="3844" y="439"/>
                </a:lnTo>
                <a:lnTo>
                  <a:pt x="3855" y="445"/>
                </a:lnTo>
                <a:lnTo>
                  <a:pt x="3854" y="444"/>
                </a:lnTo>
                <a:lnTo>
                  <a:pt x="3866" y="449"/>
                </a:lnTo>
                <a:lnTo>
                  <a:pt x="3866" y="449"/>
                </a:lnTo>
                <a:lnTo>
                  <a:pt x="3872" y="451"/>
                </a:lnTo>
                <a:lnTo>
                  <a:pt x="3872" y="450"/>
                </a:lnTo>
                <a:lnTo>
                  <a:pt x="3878" y="452"/>
                </a:lnTo>
                <a:lnTo>
                  <a:pt x="3878" y="452"/>
                </a:lnTo>
                <a:lnTo>
                  <a:pt x="3885" y="453"/>
                </a:lnTo>
                <a:lnTo>
                  <a:pt x="3884" y="453"/>
                </a:lnTo>
                <a:lnTo>
                  <a:pt x="3891" y="454"/>
                </a:lnTo>
                <a:lnTo>
                  <a:pt x="3891" y="454"/>
                </a:lnTo>
                <a:lnTo>
                  <a:pt x="3898" y="455"/>
                </a:lnTo>
                <a:lnTo>
                  <a:pt x="3897" y="455"/>
                </a:lnTo>
                <a:lnTo>
                  <a:pt x="3904" y="455"/>
                </a:lnTo>
                <a:lnTo>
                  <a:pt x="3904" y="455"/>
                </a:lnTo>
                <a:lnTo>
                  <a:pt x="3914" y="454"/>
                </a:lnTo>
                <a:lnTo>
                  <a:pt x="3914" y="454"/>
                </a:lnTo>
                <a:lnTo>
                  <a:pt x="3924" y="453"/>
                </a:lnTo>
                <a:lnTo>
                  <a:pt x="3924" y="453"/>
                </a:lnTo>
                <a:lnTo>
                  <a:pt x="3933" y="451"/>
                </a:lnTo>
                <a:lnTo>
                  <a:pt x="3933" y="451"/>
                </a:lnTo>
                <a:lnTo>
                  <a:pt x="3942" y="448"/>
                </a:lnTo>
                <a:lnTo>
                  <a:pt x="3942" y="448"/>
                </a:lnTo>
                <a:lnTo>
                  <a:pt x="3950" y="445"/>
                </a:lnTo>
                <a:lnTo>
                  <a:pt x="3950" y="445"/>
                </a:lnTo>
                <a:lnTo>
                  <a:pt x="3959" y="440"/>
                </a:lnTo>
                <a:lnTo>
                  <a:pt x="3958" y="441"/>
                </a:lnTo>
                <a:lnTo>
                  <a:pt x="3966" y="435"/>
                </a:lnTo>
                <a:lnTo>
                  <a:pt x="3966" y="435"/>
                </a:lnTo>
                <a:lnTo>
                  <a:pt x="3974" y="429"/>
                </a:lnTo>
                <a:lnTo>
                  <a:pt x="3973" y="429"/>
                </a:lnTo>
                <a:lnTo>
                  <a:pt x="3980" y="422"/>
                </a:lnTo>
                <a:lnTo>
                  <a:pt x="3980" y="423"/>
                </a:lnTo>
                <a:lnTo>
                  <a:pt x="3987" y="414"/>
                </a:lnTo>
                <a:lnTo>
                  <a:pt x="3986" y="415"/>
                </a:lnTo>
                <a:lnTo>
                  <a:pt x="3993" y="406"/>
                </a:lnTo>
                <a:lnTo>
                  <a:pt x="3992" y="406"/>
                </a:lnTo>
                <a:lnTo>
                  <a:pt x="3998" y="396"/>
                </a:lnTo>
                <a:lnTo>
                  <a:pt x="3998" y="397"/>
                </a:lnTo>
                <a:lnTo>
                  <a:pt x="4003" y="386"/>
                </a:lnTo>
                <a:lnTo>
                  <a:pt x="4003" y="386"/>
                </a:lnTo>
                <a:lnTo>
                  <a:pt x="4008" y="374"/>
                </a:lnTo>
                <a:lnTo>
                  <a:pt x="4008" y="374"/>
                </a:lnTo>
                <a:lnTo>
                  <a:pt x="4012" y="361"/>
                </a:lnTo>
                <a:lnTo>
                  <a:pt x="4012" y="361"/>
                </a:lnTo>
                <a:lnTo>
                  <a:pt x="4015" y="347"/>
                </a:lnTo>
                <a:lnTo>
                  <a:pt x="4016" y="346"/>
                </a:lnTo>
                <a:lnTo>
                  <a:pt x="4017" y="344"/>
                </a:lnTo>
                <a:lnTo>
                  <a:pt x="4019" y="344"/>
                </a:lnTo>
                <a:lnTo>
                  <a:pt x="4021" y="343"/>
                </a:lnTo>
                <a:lnTo>
                  <a:pt x="4022" y="344"/>
                </a:lnTo>
                <a:lnTo>
                  <a:pt x="4126" y="374"/>
                </a:lnTo>
                <a:close/>
                <a:moveTo>
                  <a:pt x="4019" y="353"/>
                </a:moveTo>
                <a:lnTo>
                  <a:pt x="4026" y="349"/>
                </a:lnTo>
                <a:lnTo>
                  <a:pt x="4023" y="363"/>
                </a:lnTo>
                <a:lnTo>
                  <a:pt x="4023" y="364"/>
                </a:lnTo>
                <a:lnTo>
                  <a:pt x="4018" y="377"/>
                </a:lnTo>
                <a:lnTo>
                  <a:pt x="4018" y="377"/>
                </a:lnTo>
                <a:lnTo>
                  <a:pt x="4014" y="389"/>
                </a:lnTo>
                <a:lnTo>
                  <a:pt x="4014" y="389"/>
                </a:lnTo>
                <a:lnTo>
                  <a:pt x="4008" y="400"/>
                </a:lnTo>
                <a:lnTo>
                  <a:pt x="4008" y="401"/>
                </a:lnTo>
                <a:lnTo>
                  <a:pt x="4002" y="411"/>
                </a:lnTo>
                <a:lnTo>
                  <a:pt x="4002" y="411"/>
                </a:lnTo>
                <a:lnTo>
                  <a:pt x="3996" y="420"/>
                </a:lnTo>
                <a:lnTo>
                  <a:pt x="3996" y="421"/>
                </a:lnTo>
                <a:lnTo>
                  <a:pt x="3989" y="429"/>
                </a:lnTo>
                <a:lnTo>
                  <a:pt x="3988" y="429"/>
                </a:lnTo>
                <a:lnTo>
                  <a:pt x="3981" y="437"/>
                </a:lnTo>
                <a:lnTo>
                  <a:pt x="3980" y="437"/>
                </a:lnTo>
                <a:lnTo>
                  <a:pt x="3973" y="443"/>
                </a:lnTo>
                <a:lnTo>
                  <a:pt x="3972" y="444"/>
                </a:lnTo>
                <a:lnTo>
                  <a:pt x="3964" y="449"/>
                </a:lnTo>
                <a:lnTo>
                  <a:pt x="3964" y="449"/>
                </a:lnTo>
                <a:lnTo>
                  <a:pt x="3955" y="454"/>
                </a:lnTo>
                <a:lnTo>
                  <a:pt x="3955" y="454"/>
                </a:lnTo>
                <a:lnTo>
                  <a:pt x="3946" y="458"/>
                </a:lnTo>
                <a:lnTo>
                  <a:pt x="3945" y="458"/>
                </a:lnTo>
                <a:lnTo>
                  <a:pt x="3936" y="461"/>
                </a:lnTo>
                <a:lnTo>
                  <a:pt x="3936" y="461"/>
                </a:lnTo>
                <a:lnTo>
                  <a:pt x="3926" y="463"/>
                </a:lnTo>
                <a:lnTo>
                  <a:pt x="3926" y="464"/>
                </a:lnTo>
                <a:lnTo>
                  <a:pt x="3915" y="465"/>
                </a:lnTo>
                <a:lnTo>
                  <a:pt x="3915" y="465"/>
                </a:lnTo>
                <a:lnTo>
                  <a:pt x="3905" y="465"/>
                </a:lnTo>
                <a:lnTo>
                  <a:pt x="3904" y="465"/>
                </a:lnTo>
                <a:lnTo>
                  <a:pt x="3897" y="465"/>
                </a:lnTo>
                <a:lnTo>
                  <a:pt x="3897" y="465"/>
                </a:lnTo>
                <a:lnTo>
                  <a:pt x="3890" y="465"/>
                </a:lnTo>
                <a:lnTo>
                  <a:pt x="3890" y="465"/>
                </a:lnTo>
                <a:lnTo>
                  <a:pt x="3883" y="464"/>
                </a:lnTo>
                <a:lnTo>
                  <a:pt x="3883" y="464"/>
                </a:lnTo>
                <a:lnTo>
                  <a:pt x="3876" y="462"/>
                </a:lnTo>
                <a:lnTo>
                  <a:pt x="3876" y="462"/>
                </a:lnTo>
                <a:lnTo>
                  <a:pt x="3869" y="461"/>
                </a:lnTo>
                <a:lnTo>
                  <a:pt x="3869" y="461"/>
                </a:lnTo>
                <a:lnTo>
                  <a:pt x="3863" y="459"/>
                </a:lnTo>
                <a:lnTo>
                  <a:pt x="3862" y="459"/>
                </a:lnTo>
                <a:lnTo>
                  <a:pt x="3850" y="454"/>
                </a:lnTo>
                <a:lnTo>
                  <a:pt x="3850" y="454"/>
                </a:lnTo>
                <a:lnTo>
                  <a:pt x="3838" y="448"/>
                </a:lnTo>
                <a:lnTo>
                  <a:pt x="3838" y="448"/>
                </a:lnTo>
                <a:lnTo>
                  <a:pt x="3827" y="440"/>
                </a:lnTo>
                <a:lnTo>
                  <a:pt x="3827" y="440"/>
                </a:lnTo>
                <a:lnTo>
                  <a:pt x="3817" y="431"/>
                </a:lnTo>
                <a:lnTo>
                  <a:pt x="3816" y="431"/>
                </a:lnTo>
                <a:lnTo>
                  <a:pt x="3807" y="421"/>
                </a:lnTo>
                <a:lnTo>
                  <a:pt x="3807" y="420"/>
                </a:lnTo>
                <a:lnTo>
                  <a:pt x="3802" y="415"/>
                </a:lnTo>
                <a:lnTo>
                  <a:pt x="3802" y="415"/>
                </a:lnTo>
                <a:lnTo>
                  <a:pt x="3798" y="409"/>
                </a:lnTo>
                <a:lnTo>
                  <a:pt x="3798" y="408"/>
                </a:lnTo>
                <a:lnTo>
                  <a:pt x="3794" y="402"/>
                </a:lnTo>
                <a:lnTo>
                  <a:pt x="3794" y="402"/>
                </a:lnTo>
                <a:lnTo>
                  <a:pt x="3791" y="395"/>
                </a:lnTo>
                <a:lnTo>
                  <a:pt x="3790" y="394"/>
                </a:lnTo>
                <a:lnTo>
                  <a:pt x="3787" y="387"/>
                </a:lnTo>
                <a:lnTo>
                  <a:pt x="3787" y="387"/>
                </a:lnTo>
                <a:lnTo>
                  <a:pt x="3784" y="379"/>
                </a:lnTo>
                <a:lnTo>
                  <a:pt x="3784" y="379"/>
                </a:lnTo>
                <a:lnTo>
                  <a:pt x="3781" y="370"/>
                </a:lnTo>
                <a:lnTo>
                  <a:pt x="3781" y="370"/>
                </a:lnTo>
                <a:lnTo>
                  <a:pt x="3779" y="361"/>
                </a:lnTo>
                <a:lnTo>
                  <a:pt x="3779" y="361"/>
                </a:lnTo>
                <a:lnTo>
                  <a:pt x="3777" y="352"/>
                </a:lnTo>
                <a:lnTo>
                  <a:pt x="3777" y="352"/>
                </a:lnTo>
                <a:lnTo>
                  <a:pt x="3775" y="342"/>
                </a:lnTo>
                <a:lnTo>
                  <a:pt x="3775" y="342"/>
                </a:lnTo>
                <a:lnTo>
                  <a:pt x="3773" y="332"/>
                </a:lnTo>
                <a:lnTo>
                  <a:pt x="3773" y="332"/>
                </a:lnTo>
                <a:lnTo>
                  <a:pt x="3772" y="321"/>
                </a:lnTo>
                <a:lnTo>
                  <a:pt x="3772" y="321"/>
                </a:lnTo>
                <a:lnTo>
                  <a:pt x="3771" y="310"/>
                </a:lnTo>
                <a:lnTo>
                  <a:pt x="3771" y="310"/>
                </a:lnTo>
                <a:lnTo>
                  <a:pt x="3770" y="299"/>
                </a:lnTo>
                <a:lnTo>
                  <a:pt x="3770" y="299"/>
                </a:lnTo>
                <a:lnTo>
                  <a:pt x="3770" y="275"/>
                </a:lnTo>
                <a:lnTo>
                  <a:pt x="3770" y="274"/>
                </a:lnTo>
                <a:lnTo>
                  <a:pt x="3770" y="263"/>
                </a:lnTo>
                <a:lnTo>
                  <a:pt x="3770" y="263"/>
                </a:lnTo>
                <a:lnTo>
                  <a:pt x="3770" y="252"/>
                </a:lnTo>
                <a:lnTo>
                  <a:pt x="3770" y="252"/>
                </a:lnTo>
                <a:lnTo>
                  <a:pt x="3771" y="241"/>
                </a:lnTo>
                <a:lnTo>
                  <a:pt x="3771" y="241"/>
                </a:lnTo>
                <a:lnTo>
                  <a:pt x="3772" y="230"/>
                </a:lnTo>
                <a:lnTo>
                  <a:pt x="3772" y="230"/>
                </a:lnTo>
                <a:lnTo>
                  <a:pt x="3774" y="220"/>
                </a:lnTo>
                <a:lnTo>
                  <a:pt x="3774" y="220"/>
                </a:lnTo>
                <a:lnTo>
                  <a:pt x="3775" y="210"/>
                </a:lnTo>
                <a:lnTo>
                  <a:pt x="3775" y="210"/>
                </a:lnTo>
                <a:lnTo>
                  <a:pt x="3777" y="201"/>
                </a:lnTo>
                <a:lnTo>
                  <a:pt x="3777" y="201"/>
                </a:lnTo>
                <a:lnTo>
                  <a:pt x="3779" y="192"/>
                </a:lnTo>
                <a:lnTo>
                  <a:pt x="3779" y="192"/>
                </a:lnTo>
                <a:lnTo>
                  <a:pt x="3781" y="184"/>
                </a:lnTo>
                <a:lnTo>
                  <a:pt x="3782" y="183"/>
                </a:lnTo>
                <a:lnTo>
                  <a:pt x="3784" y="176"/>
                </a:lnTo>
                <a:lnTo>
                  <a:pt x="3784" y="175"/>
                </a:lnTo>
                <a:lnTo>
                  <a:pt x="3787" y="168"/>
                </a:lnTo>
                <a:lnTo>
                  <a:pt x="3788" y="167"/>
                </a:lnTo>
                <a:lnTo>
                  <a:pt x="3791" y="160"/>
                </a:lnTo>
                <a:lnTo>
                  <a:pt x="3791" y="160"/>
                </a:lnTo>
                <a:lnTo>
                  <a:pt x="3795" y="153"/>
                </a:lnTo>
                <a:lnTo>
                  <a:pt x="3795" y="153"/>
                </a:lnTo>
                <a:lnTo>
                  <a:pt x="3799" y="147"/>
                </a:lnTo>
                <a:lnTo>
                  <a:pt x="3799" y="146"/>
                </a:lnTo>
                <a:lnTo>
                  <a:pt x="3803" y="141"/>
                </a:lnTo>
                <a:lnTo>
                  <a:pt x="3803" y="140"/>
                </a:lnTo>
                <a:lnTo>
                  <a:pt x="3808" y="135"/>
                </a:lnTo>
                <a:lnTo>
                  <a:pt x="3808" y="135"/>
                </a:lnTo>
                <a:lnTo>
                  <a:pt x="3817" y="125"/>
                </a:lnTo>
                <a:lnTo>
                  <a:pt x="3818" y="124"/>
                </a:lnTo>
                <a:lnTo>
                  <a:pt x="3828" y="116"/>
                </a:lnTo>
                <a:lnTo>
                  <a:pt x="3829" y="115"/>
                </a:lnTo>
                <a:lnTo>
                  <a:pt x="3839" y="108"/>
                </a:lnTo>
                <a:lnTo>
                  <a:pt x="3840" y="108"/>
                </a:lnTo>
                <a:lnTo>
                  <a:pt x="3852" y="102"/>
                </a:lnTo>
                <a:lnTo>
                  <a:pt x="3852" y="102"/>
                </a:lnTo>
                <a:lnTo>
                  <a:pt x="3864" y="97"/>
                </a:lnTo>
                <a:lnTo>
                  <a:pt x="3865" y="97"/>
                </a:lnTo>
                <a:lnTo>
                  <a:pt x="3871" y="95"/>
                </a:lnTo>
                <a:lnTo>
                  <a:pt x="3871" y="95"/>
                </a:lnTo>
                <a:lnTo>
                  <a:pt x="3878" y="93"/>
                </a:lnTo>
                <a:lnTo>
                  <a:pt x="3878" y="93"/>
                </a:lnTo>
                <a:lnTo>
                  <a:pt x="3885" y="92"/>
                </a:lnTo>
                <a:lnTo>
                  <a:pt x="3885" y="92"/>
                </a:lnTo>
                <a:lnTo>
                  <a:pt x="3892" y="91"/>
                </a:lnTo>
                <a:lnTo>
                  <a:pt x="3893" y="91"/>
                </a:lnTo>
                <a:lnTo>
                  <a:pt x="3900" y="91"/>
                </a:lnTo>
                <a:lnTo>
                  <a:pt x="3900" y="91"/>
                </a:lnTo>
                <a:lnTo>
                  <a:pt x="3907" y="91"/>
                </a:lnTo>
                <a:lnTo>
                  <a:pt x="3907" y="91"/>
                </a:lnTo>
                <a:lnTo>
                  <a:pt x="3918" y="91"/>
                </a:lnTo>
                <a:lnTo>
                  <a:pt x="3918" y="91"/>
                </a:lnTo>
                <a:lnTo>
                  <a:pt x="3928" y="92"/>
                </a:lnTo>
                <a:lnTo>
                  <a:pt x="3929" y="92"/>
                </a:lnTo>
                <a:lnTo>
                  <a:pt x="3938" y="94"/>
                </a:lnTo>
                <a:lnTo>
                  <a:pt x="3939" y="94"/>
                </a:lnTo>
                <a:lnTo>
                  <a:pt x="3948" y="97"/>
                </a:lnTo>
                <a:lnTo>
                  <a:pt x="3948" y="97"/>
                </a:lnTo>
                <a:lnTo>
                  <a:pt x="3957" y="100"/>
                </a:lnTo>
                <a:lnTo>
                  <a:pt x="3958" y="100"/>
                </a:lnTo>
                <a:lnTo>
                  <a:pt x="3965" y="105"/>
                </a:lnTo>
                <a:lnTo>
                  <a:pt x="3966" y="105"/>
                </a:lnTo>
                <a:lnTo>
                  <a:pt x="3974" y="110"/>
                </a:lnTo>
                <a:lnTo>
                  <a:pt x="3974" y="110"/>
                </a:lnTo>
                <a:lnTo>
                  <a:pt x="3982" y="116"/>
                </a:lnTo>
                <a:lnTo>
                  <a:pt x="3982" y="116"/>
                </a:lnTo>
                <a:lnTo>
                  <a:pt x="3989" y="122"/>
                </a:lnTo>
                <a:lnTo>
                  <a:pt x="3990" y="123"/>
                </a:lnTo>
                <a:lnTo>
                  <a:pt x="3996" y="129"/>
                </a:lnTo>
                <a:lnTo>
                  <a:pt x="3997" y="130"/>
                </a:lnTo>
                <a:lnTo>
                  <a:pt x="4003" y="137"/>
                </a:lnTo>
                <a:lnTo>
                  <a:pt x="4003" y="137"/>
                </a:lnTo>
                <a:lnTo>
                  <a:pt x="4008" y="145"/>
                </a:lnTo>
                <a:lnTo>
                  <a:pt x="4008" y="146"/>
                </a:lnTo>
                <a:lnTo>
                  <a:pt x="4013" y="154"/>
                </a:lnTo>
                <a:lnTo>
                  <a:pt x="4013" y="154"/>
                </a:lnTo>
                <a:lnTo>
                  <a:pt x="4017" y="163"/>
                </a:lnTo>
                <a:lnTo>
                  <a:pt x="4017" y="164"/>
                </a:lnTo>
                <a:lnTo>
                  <a:pt x="4020" y="173"/>
                </a:lnTo>
                <a:lnTo>
                  <a:pt x="4021" y="174"/>
                </a:lnTo>
                <a:lnTo>
                  <a:pt x="4023" y="183"/>
                </a:lnTo>
                <a:lnTo>
                  <a:pt x="4016" y="179"/>
                </a:lnTo>
                <a:lnTo>
                  <a:pt x="4121" y="154"/>
                </a:lnTo>
                <a:lnTo>
                  <a:pt x="4117" y="162"/>
                </a:lnTo>
                <a:lnTo>
                  <a:pt x="4112" y="146"/>
                </a:lnTo>
                <a:lnTo>
                  <a:pt x="4112" y="147"/>
                </a:lnTo>
                <a:lnTo>
                  <a:pt x="4107" y="132"/>
                </a:lnTo>
                <a:lnTo>
                  <a:pt x="4107" y="133"/>
                </a:lnTo>
                <a:lnTo>
                  <a:pt x="4101" y="119"/>
                </a:lnTo>
                <a:lnTo>
                  <a:pt x="4101" y="119"/>
                </a:lnTo>
                <a:lnTo>
                  <a:pt x="4095" y="107"/>
                </a:lnTo>
                <a:lnTo>
                  <a:pt x="4095" y="107"/>
                </a:lnTo>
                <a:lnTo>
                  <a:pt x="4088" y="95"/>
                </a:lnTo>
                <a:lnTo>
                  <a:pt x="4088" y="95"/>
                </a:lnTo>
                <a:lnTo>
                  <a:pt x="4081" y="85"/>
                </a:lnTo>
                <a:lnTo>
                  <a:pt x="4081" y="85"/>
                </a:lnTo>
                <a:lnTo>
                  <a:pt x="4073" y="75"/>
                </a:lnTo>
                <a:lnTo>
                  <a:pt x="4073" y="76"/>
                </a:lnTo>
                <a:lnTo>
                  <a:pt x="4065" y="67"/>
                </a:lnTo>
                <a:lnTo>
                  <a:pt x="4065" y="67"/>
                </a:lnTo>
                <a:lnTo>
                  <a:pt x="4057" y="60"/>
                </a:lnTo>
                <a:lnTo>
                  <a:pt x="4057" y="60"/>
                </a:lnTo>
                <a:lnTo>
                  <a:pt x="4050" y="54"/>
                </a:lnTo>
                <a:lnTo>
                  <a:pt x="4050" y="54"/>
                </a:lnTo>
                <a:lnTo>
                  <a:pt x="4042" y="48"/>
                </a:lnTo>
                <a:lnTo>
                  <a:pt x="4042" y="48"/>
                </a:lnTo>
                <a:lnTo>
                  <a:pt x="4033" y="43"/>
                </a:lnTo>
                <a:lnTo>
                  <a:pt x="4034" y="43"/>
                </a:lnTo>
                <a:lnTo>
                  <a:pt x="4025" y="38"/>
                </a:lnTo>
                <a:lnTo>
                  <a:pt x="4025" y="38"/>
                </a:lnTo>
                <a:lnTo>
                  <a:pt x="4016" y="33"/>
                </a:lnTo>
                <a:lnTo>
                  <a:pt x="4016" y="33"/>
                </a:lnTo>
                <a:lnTo>
                  <a:pt x="4007" y="29"/>
                </a:lnTo>
                <a:lnTo>
                  <a:pt x="4007" y="29"/>
                </a:lnTo>
                <a:lnTo>
                  <a:pt x="3998" y="26"/>
                </a:lnTo>
                <a:lnTo>
                  <a:pt x="3998" y="26"/>
                </a:lnTo>
                <a:lnTo>
                  <a:pt x="3988" y="22"/>
                </a:lnTo>
                <a:lnTo>
                  <a:pt x="3988" y="23"/>
                </a:lnTo>
                <a:lnTo>
                  <a:pt x="3978" y="20"/>
                </a:lnTo>
                <a:lnTo>
                  <a:pt x="3978" y="20"/>
                </a:lnTo>
                <a:lnTo>
                  <a:pt x="3968" y="17"/>
                </a:lnTo>
                <a:lnTo>
                  <a:pt x="3968" y="17"/>
                </a:lnTo>
                <a:lnTo>
                  <a:pt x="3957" y="15"/>
                </a:lnTo>
                <a:lnTo>
                  <a:pt x="3957" y="15"/>
                </a:lnTo>
                <a:lnTo>
                  <a:pt x="3946" y="14"/>
                </a:lnTo>
                <a:lnTo>
                  <a:pt x="3946" y="14"/>
                </a:lnTo>
                <a:lnTo>
                  <a:pt x="3935" y="13"/>
                </a:lnTo>
                <a:lnTo>
                  <a:pt x="3935" y="13"/>
                </a:lnTo>
                <a:lnTo>
                  <a:pt x="3923" y="12"/>
                </a:lnTo>
                <a:lnTo>
                  <a:pt x="3924" y="12"/>
                </a:lnTo>
                <a:lnTo>
                  <a:pt x="3912" y="12"/>
                </a:lnTo>
                <a:lnTo>
                  <a:pt x="3912" y="12"/>
                </a:lnTo>
                <a:lnTo>
                  <a:pt x="3898" y="12"/>
                </a:lnTo>
                <a:lnTo>
                  <a:pt x="3899" y="12"/>
                </a:lnTo>
                <a:lnTo>
                  <a:pt x="3885" y="13"/>
                </a:lnTo>
                <a:lnTo>
                  <a:pt x="3886" y="13"/>
                </a:lnTo>
                <a:lnTo>
                  <a:pt x="3873" y="14"/>
                </a:lnTo>
                <a:lnTo>
                  <a:pt x="3873" y="14"/>
                </a:lnTo>
                <a:lnTo>
                  <a:pt x="3860" y="16"/>
                </a:lnTo>
                <a:lnTo>
                  <a:pt x="3861" y="16"/>
                </a:lnTo>
                <a:lnTo>
                  <a:pt x="3848" y="19"/>
                </a:lnTo>
                <a:lnTo>
                  <a:pt x="3849" y="19"/>
                </a:lnTo>
                <a:lnTo>
                  <a:pt x="3837" y="22"/>
                </a:lnTo>
                <a:lnTo>
                  <a:pt x="3837" y="22"/>
                </a:lnTo>
                <a:lnTo>
                  <a:pt x="3825" y="26"/>
                </a:lnTo>
                <a:lnTo>
                  <a:pt x="3825" y="25"/>
                </a:lnTo>
                <a:lnTo>
                  <a:pt x="3814" y="30"/>
                </a:lnTo>
                <a:lnTo>
                  <a:pt x="3814" y="30"/>
                </a:lnTo>
                <a:lnTo>
                  <a:pt x="3804" y="34"/>
                </a:lnTo>
                <a:lnTo>
                  <a:pt x="3804" y="34"/>
                </a:lnTo>
                <a:lnTo>
                  <a:pt x="3793" y="40"/>
                </a:lnTo>
                <a:lnTo>
                  <a:pt x="3793" y="39"/>
                </a:lnTo>
                <a:lnTo>
                  <a:pt x="3783" y="45"/>
                </a:lnTo>
                <a:lnTo>
                  <a:pt x="3783" y="45"/>
                </a:lnTo>
                <a:lnTo>
                  <a:pt x="3773" y="52"/>
                </a:lnTo>
                <a:lnTo>
                  <a:pt x="3773" y="52"/>
                </a:lnTo>
                <a:lnTo>
                  <a:pt x="3764" y="59"/>
                </a:lnTo>
                <a:lnTo>
                  <a:pt x="3764" y="58"/>
                </a:lnTo>
                <a:lnTo>
                  <a:pt x="3755" y="66"/>
                </a:lnTo>
                <a:lnTo>
                  <a:pt x="3755" y="66"/>
                </a:lnTo>
                <a:lnTo>
                  <a:pt x="3746" y="74"/>
                </a:lnTo>
                <a:lnTo>
                  <a:pt x="3746" y="74"/>
                </a:lnTo>
                <a:lnTo>
                  <a:pt x="3738" y="83"/>
                </a:lnTo>
                <a:lnTo>
                  <a:pt x="3738" y="83"/>
                </a:lnTo>
                <a:lnTo>
                  <a:pt x="3730" y="92"/>
                </a:lnTo>
                <a:lnTo>
                  <a:pt x="3730" y="92"/>
                </a:lnTo>
                <a:lnTo>
                  <a:pt x="3722" y="101"/>
                </a:lnTo>
                <a:lnTo>
                  <a:pt x="3722" y="101"/>
                </a:lnTo>
                <a:lnTo>
                  <a:pt x="3715" y="111"/>
                </a:lnTo>
                <a:lnTo>
                  <a:pt x="3715" y="111"/>
                </a:lnTo>
                <a:lnTo>
                  <a:pt x="3708" y="122"/>
                </a:lnTo>
                <a:lnTo>
                  <a:pt x="3709" y="121"/>
                </a:lnTo>
                <a:lnTo>
                  <a:pt x="3702" y="132"/>
                </a:lnTo>
                <a:lnTo>
                  <a:pt x="3703" y="132"/>
                </a:lnTo>
                <a:lnTo>
                  <a:pt x="3697" y="144"/>
                </a:lnTo>
                <a:lnTo>
                  <a:pt x="3697" y="143"/>
                </a:lnTo>
                <a:lnTo>
                  <a:pt x="3692" y="155"/>
                </a:lnTo>
                <a:lnTo>
                  <a:pt x="3692" y="155"/>
                </a:lnTo>
                <a:lnTo>
                  <a:pt x="3688" y="168"/>
                </a:lnTo>
                <a:lnTo>
                  <a:pt x="3688" y="167"/>
                </a:lnTo>
                <a:lnTo>
                  <a:pt x="3684" y="180"/>
                </a:lnTo>
                <a:lnTo>
                  <a:pt x="3684" y="180"/>
                </a:lnTo>
                <a:lnTo>
                  <a:pt x="3681" y="194"/>
                </a:lnTo>
                <a:lnTo>
                  <a:pt x="3681" y="193"/>
                </a:lnTo>
                <a:lnTo>
                  <a:pt x="3678" y="207"/>
                </a:lnTo>
                <a:lnTo>
                  <a:pt x="3678" y="207"/>
                </a:lnTo>
                <a:lnTo>
                  <a:pt x="3675" y="221"/>
                </a:lnTo>
                <a:lnTo>
                  <a:pt x="3675" y="221"/>
                </a:lnTo>
                <a:lnTo>
                  <a:pt x="3674" y="236"/>
                </a:lnTo>
                <a:lnTo>
                  <a:pt x="3674" y="236"/>
                </a:lnTo>
                <a:lnTo>
                  <a:pt x="3672" y="251"/>
                </a:lnTo>
                <a:lnTo>
                  <a:pt x="3672" y="251"/>
                </a:lnTo>
                <a:lnTo>
                  <a:pt x="3671" y="267"/>
                </a:lnTo>
                <a:lnTo>
                  <a:pt x="3671" y="267"/>
                </a:lnTo>
                <a:lnTo>
                  <a:pt x="3671" y="283"/>
                </a:lnTo>
                <a:lnTo>
                  <a:pt x="3671" y="283"/>
                </a:lnTo>
                <a:lnTo>
                  <a:pt x="3671" y="298"/>
                </a:lnTo>
                <a:lnTo>
                  <a:pt x="3671" y="298"/>
                </a:lnTo>
                <a:lnTo>
                  <a:pt x="3672" y="313"/>
                </a:lnTo>
                <a:lnTo>
                  <a:pt x="3672" y="313"/>
                </a:lnTo>
                <a:lnTo>
                  <a:pt x="3674" y="327"/>
                </a:lnTo>
                <a:lnTo>
                  <a:pt x="3674" y="327"/>
                </a:lnTo>
                <a:lnTo>
                  <a:pt x="3675" y="341"/>
                </a:lnTo>
                <a:lnTo>
                  <a:pt x="3675" y="341"/>
                </a:lnTo>
                <a:lnTo>
                  <a:pt x="3678" y="354"/>
                </a:lnTo>
                <a:lnTo>
                  <a:pt x="3678" y="354"/>
                </a:lnTo>
                <a:lnTo>
                  <a:pt x="3681" y="367"/>
                </a:lnTo>
                <a:lnTo>
                  <a:pt x="3681" y="367"/>
                </a:lnTo>
                <a:lnTo>
                  <a:pt x="3684" y="380"/>
                </a:lnTo>
                <a:lnTo>
                  <a:pt x="3684" y="380"/>
                </a:lnTo>
                <a:lnTo>
                  <a:pt x="3688" y="392"/>
                </a:lnTo>
                <a:lnTo>
                  <a:pt x="3688" y="392"/>
                </a:lnTo>
                <a:lnTo>
                  <a:pt x="3692" y="404"/>
                </a:lnTo>
                <a:lnTo>
                  <a:pt x="3692" y="403"/>
                </a:lnTo>
                <a:lnTo>
                  <a:pt x="3697" y="415"/>
                </a:lnTo>
                <a:lnTo>
                  <a:pt x="3697" y="415"/>
                </a:lnTo>
                <a:lnTo>
                  <a:pt x="3702" y="426"/>
                </a:lnTo>
                <a:lnTo>
                  <a:pt x="3702" y="426"/>
                </a:lnTo>
                <a:lnTo>
                  <a:pt x="3708" y="437"/>
                </a:lnTo>
                <a:lnTo>
                  <a:pt x="3708" y="436"/>
                </a:lnTo>
                <a:lnTo>
                  <a:pt x="3715" y="447"/>
                </a:lnTo>
                <a:lnTo>
                  <a:pt x="3714" y="446"/>
                </a:lnTo>
                <a:lnTo>
                  <a:pt x="3722" y="456"/>
                </a:lnTo>
                <a:lnTo>
                  <a:pt x="3721" y="456"/>
                </a:lnTo>
                <a:lnTo>
                  <a:pt x="3729" y="466"/>
                </a:lnTo>
                <a:lnTo>
                  <a:pt x="3729" y="465"/>
                </a:lnTo>
                <a:lnTo>
                  <a:pt x="3737" y="474"/>
                </a:lnTo>
                <a:lnTo>
                  <a:pt x="3737" y="474"/>
                </a:lnTo>
                <a:lnTo>
                  <a:pt x="3745" y="483"/>
                </a:lnTo>
                <a:lnTo>
                  <a:pt x="3745" y="483"/>
                </a:lnTo>
                <a:lnTo>
                  <a:pt x="3754" y="491"/>
                </a:lnTo>
                <a:lnTo>
                  <a:pt x="3754" y="491"/>
                </a:lnTo>
                <a:lnTo>
                  <a:pt x="3763" y="498"/>
                </a:lnTo>
                <a:lnTo>
                  <a:pt x="3763" y="498"/>
                </a:lnTo>
                <a:lnTo>
                  <a:pt x="3772" y="505"/>
                </a:lnTo>
                <a:lnTo>
                  <a:pt x="3772" y="505"/>
                </a:lnTo>
                <a:lnTo>
                  <a:pt x="3782" y="511"/>
                </a:lnTo>
                <a:lnTo>
                  <a:pt x="3781" y="511"/>
                </a:lnTo>
                <a:lnTo>
                  <a:pt x="3791" y="517"/>
                </a:lnTo>
                <a:lnTo>
                  <a:pt x="3791" y="517"/>
                </a:lnTo>
                <a:lnTo>
                  <a:pt x="3802" y="522"/>
                </a:lnTo>
                <a:lnTo>
                  <a:pt x="3801" y="522"/>
                </a:lnTo>
                <a:lnTo>
                  <a:pt x="3812" y="527"/>
                </a:lnTo>
                <a:lnTo>
                  <a:pt x="3812" y="527"/>
                </a:lnTo>
                <a:lnTo>
                  <a:pt x="3823" y="531"/>
                </a:lnTo>
                <a:lnTo>
                  <a:pt x="3822" y="531"/>
                </a:lnTo>
                <a:lnTo>
                  <a:pt x="3834" y="534"/>
                </a:lnTo>
                <a:lnTo>
                  <a:pt x="3833" y="534"/>
                </a:lnTo>
                <a:lnTo>
                  <a:pt x="3845" y="537"/>
                </a:lnTo>
                <a:lnTo>
                  <a:pt x="3844" y="537"/>
                </a:lnTo>
                <a:lnTo>
                  <a:pt x="3856" y="540"/>
                </a:lnTo>
                <a:lnTo>
                  <a:pt x="3856" y="540"/>
                </a:lnTo>
                <a:lnTo>
                  <a:pt x="3868" y="542"/>
                </a:lnTo>
                <a:lnTo>
                  <a:pt x="3868" y="542"/>
                </a:lnTo>
                <a:lnTo>
                  <a:pt x="3880" y="543"/>
                </a:lnTo>
                <a:lnTo>
                  <a:pt x="3880" y="543"/>
                </a:lnTo>
                <a:lnTo>
                  <a:pt x="3892" y="544"/>
                </a:lnTo>
                <a:lnTo>
                  <a:pt x="3892" y="544"/>
                </a:lnTo>
                <a:lnTo>
                  <a:pt x="3905" y="544"/>
                </a:lnTo>
                <a:lnTo>
                  <a:pt x="3905" y="544"/>
                </a:lnTo>
                <a:lnTo>
                  <a:pt x="3915" y="544"/>
                </a:lnTo>
                <a:lnTo>
                  <a:pt x="3915" y="544"/>
                </a:lnTo>
                <a:lnTo>
                  <a:pt x="3925" y="544"/>
                </a:lnTo>
                <a:lnTo>
                  <a:pt x="3925" y="544"/>
                </a:lnTo>
                <a:lnTo>
                  <a:pt x="3935" y="543"/>
                </a:lnTo>
                <a:lnTo>
                  <a:pt x="3935" y="543"/>
                </a:lnTo>
                <a:lnTo>
                  <a:pt x="3945" y="542"/>
                </a:lnTo>
                <a:lnTo>
                  <a:pt x="3945" y="542"/>
                </a:lnTo>
                <a:lnTo>
                  <a:pt x="3954" y="540"/>
                </a:lnTo>
                <a:lnTo>
                  <a:pt x="3954" y="540"/>
                </a:lnTo>
                <a:lnTo>
                  <a:pt x="3964" y="539"/>
                </a:lnTo>
                <a:lnTo>
                  <a:pt x="3963" y="539"/>
                </a:lnTo>
                <a:lnTo>
                  <a:pt x="3973" y="537"/>
                </a:lnTo>
                <a:lnTo>
                  <a:pt x="3972" y="537"/>
                </a:lnTo>
                <a:lnTo>
                  <a:pt x="3981" y="534"/>
                </a:lnTo>
                <a:lnTo>
                  <a:pt x="3981" y="534"/>
                </a:lnTo>
                <a:lnTo>
                  <a:pt x="3989" y="531"/>
                </a:lnTo>
                <a:lnTo>
                  <a:pt x="3989" y="531"/>
                </a:lnTo>
                <a:lnTo>
                  <a:pt x="3997" y="528"/>
                </a:lnTo>
                <a:lnTo>
                  <a:pt x="3997" y="528"/>
                </a:lnTo>
                <a:lnTo>
                  <a:pt x="4005" y="525"/>
                </a:lnTo>
                <a:lnTo>
                  <a:pt x="4005" y="525"/>
                </a:lnTo>
                <a:lnTo>
                  <a:pt x="4013" y="521"/>
                </a:lnTo>
                <a:lnTo>
                  <a:pt x="4013" y="522"/>
                </a:lnTo>
                <a:lnTo>
                  <a:pt x="4020" y="517"/>
                </a:lnTo>
                <a:lnTo>
                  <a:pt x="4020" y="518"/>
                </a:lnTo>
                <a:lnTo>
                  <a:pt x="4027" y="513"/>
                </a:lnTo>
                <a:lnTo>
                  <a:pt x="4027" y="513"/>
                </a:lnTo>
                <a:lnTo>
                  <a:pt x="4035" y="508"/>
                </a:lnTo>
                <a:lnTo>
                  <a:pt x="4034" y="509"/>
                </a:lnTo>
                <a:lnTo>
                  <a:pt x="4041" y="504"/>
                </a:lnTo>
                <a:lnTo>
                  <a:pt x="4041" y="504"/>
                </a:lnTo>
                <a:lnTo>
                  <a:pt x="4048" y="498"/>
                </a:lnTo>
                <a:lnTo>
                  <a:pt x="4048" y="498"/>
                </a:lnTo>
                <a:lnTo>
                  <a:pt x="4054" y="493"/>
                </a:lnTo>
                <a:lnTo>
                  <a:pt x="4054" y="493"/>
                </a:lnTo>
                <a:lnTo>
                  <a:pt x="4060" y="487"/>
                </a:lnTo>
                <a:lnTo>
                  <a:pt x="4060" y="487"/>
                </a:lnTo>
                <a:lnTo>
                  <a:pt x="4066" y="480"/>
                </a:lnTo>
                <a:lnTo>
                  <a:pt x="4066" y="480"/>
                </a:lnTo>
                <a:lnTo>
                  <a:pt x="4072" y="474"/>
                </a:lnTo>
                <a:lnTo>
                  <a:pt x="4072" y="474"/>
                </a:lnTo>
                <a:lnTo>
                  <a:pt x="4077" y="467"/>
                </a:lnTo>
                <a:lnTo>
                  <a:pt x="4077" y="467"/>
                </a:lnTo>
                <a:lnTo>
                  <a:pt x="4088" y="452"/>
                </a:lnTo>
                <a:lnTo>
                  <a:pt x="4087" y="452"/>
                </a:lnTo>
                <a:lnTo>
                  <a:pt x="4097" y="435"/>
                </a:lnTo>
                <a:lnTo>
                  <a:pt x="4097" y="436"/>
                </a:lnTo>
                <a:lnTo>
                  <a:pt x="4105" y="417"/>
                </a:lnTo>
                <a:lnTo>
                  <a:pt x="4105" y="418"/>
                </a:lnTo>
                <a:lnTo>
                  <a:pt x="4112" y="398"/>
                </a:lnTo>
                <a:lnTo>
                  <a:pt x="4112" y="399"/>
                </a:lnTo>
                <a:lnTo>
                  <a:pt x="4118" y="378"/>
                </a:lnTo>
                <a:lnTo>
                  <a:pt x="4122" y="385"/>
                </a:lnTo>
                <a:lnTo>
                  <a:pt x="4019" y="353"/>
                </a:lnTo>
                <a:close/>
                <a:moveTo>
                  <a:pt x="4606" y="547"/>
                </a:moveTo>
                <a:lnTo>
                  <a:pt x="4604" y="547"/>
                </a:lnTo>
                <a:lnTo>
                  <a:pt x="4603" y="546"/>
                </a:lnTo>
                <a:lnTo>
                  <a:pt x="4601" y="545"/>
                </a:lnTo>
                <a:lnTo>
                  <a:pt x="4601" y="543"/>
                </a:lnTo>
                <a:lnTo>
                  <a:pt x="4555" y="424"/>
                </a:lnTo>
                <a:lnTo>
                  <a:pt x="4560" y="428"/>
                </a:lnTo>
                <a:lnTo>
                  <a:pt x="4349" y="428"/>
                </a:lnTo>
                <a:lnTo>
                  <a:pt x="4354" y="424"/>
                </a:lnTo>
                <a:lnTo>
                  <a:pt x="4311" y="543"/>
                </a:lnTo>
                <a:lnTo>
                  <a:pt x="4310" y="545"/>
                </a:lnTo>
                <a:lnTo>
                  <a:pt x="4309" y="546"/>
                </a:lnTo>
                <a:lnTo>
                  <a:pt x="4307" y="547"/>
                </a:lnTo>
                <a:lnTo>
                  <a:pt x="4305" y="547"/>
                </a:lnTo>
                <a:lnTo>
                  <a:pt x="4193" y="547"/>
                </a:lnTo>
                <a:lnTo>
                  <a:pt x="4191" y="547"/>
                </a:lnTo>
                <a:lnTo>
                  <a:pt x="4189" y="546"/>
                </a:lnTo>
                <a:lnTo>
                  <a:pt x="4188" y="544"/>
                </a:lnTo>
                <a:lnTo>
                  <a:pt x="4187" y="543"/>
                </a:lnTo>
                <a:lnTo>
                  <a:pt x="4187" y="541"/>
                </a:lnTo>
                <a:lnTo>
                  <a:pt x="4187" y="539"/>
                </a:lnTo>
                <a:lnTo>
                  <a:pt x="4391" y="14"/>
                </a:lnTo>
                <a:lnTo>
                  <a:pt x="4392" y="12"/>
                </a:lnTo>
                <a:lnTo>
                  <a:pt x="4393" y="11"/>
                </a:lnTo>
                <a:lnTo>
                  <a:pt x="4395" y="10"/>
                </a:lnTo>
                <a:lnTo>
                  <a:pt x="4397" y="10"/>
                </a:lnTo>
                <a:lnTo>
                  <a:pt x="4509" y="10"/>
                </a:lnTo>
                <a:lnTo>
                  <a:pt x="4510" y="10"/>
                </a:lnTo>
                <a:lnTo>
                  <a:pt x="4512" y="11"/>
                </a:lnTo>
                <a:lnTo>
                  <a:pt x="4513" y="12"/>
                </a:lnTo>
                <a:lnTo>
                  <a:pt x="4514" y="14"/>
                </a:lnTo>
                <a:lnTo>
                  <a:pt x="4726" y="539"/>
                </a:lnTo>
                <a:lnTo>
                  <a:pt x="4726" y="541"/>
                </a:lnTo>
                <a:lnTo>
                  <a:pt x="4726" y="543"/>
                </a:lnTo>
                <a:lnTo>
                  <a:pt x="4725" y="544"/>
                </a:lnTo>
                <a:lnTo>
                  <a:pt x="4724" y="546"/>
                </a:lnTo>
                <a:lnTo>
                  <a:pt x="4722" y="547"/>
                </a:lnTo>
                <a:lnTo>
                  <a:pt x="4720" y="547"/>
                </a:lnTo>
                <a:lnTo>
                  <a:pt x="4606" y="547"/>
                </a:lnTo>
                <a:close/>
                <a:moveTo>
                  <a:pt x="4720" y="536"/>
                </a:moveTo>
                <a:lnTo>
                  <a:pt x="4715" y="544"/>
                </a:lnTo>
                <a:lnTo>
                  <a:pt x="4503" y="18"/>
                </a:lnTo>
                <a:lnTo>
                  <a:pt x="4508" y="22"/>
                </a:lnTo>
                <a:lnTo>
                  <a:pt x="4396" y="22"/>
                </a:lnTo>
                <a:lnTo>
                  <a:pt x="4402" y="18"/>
                </a:lnTo>
                <a:lnTo>
                  <a:pt x="4198" y="543"/>
                </a:lnTo>
                <a:lnTo>
                  <a:pt x="4192" y="536"/>
                </a:lnTo>
                <a:lnTo>
                  <a:pt x="4305" y="536"/>
                </a:lnTo>
                <a:lnTo>
                  <a:pt x="4300" y="539"/>
                </a:lnTo>
                <a:lnTo>
                  <a:pt x="4343" y="420"/>
                </a:lnTo>
                <a:lnTo>
                  <a:pt x="4344" y="419"/>
                </a:lnTo>
                <a:lnTo>
                  <a:pt x="4345" y="417"/>
                </a:lnTo>
                <a:lnTo>
                  <a:pt x="4347" y="417"/>
                </a:lnTo>
                <a:lnTo>
                  <a:pt x="4348" y="416"/>
                </a:lnTo>
                <a:lnTo>
                  <a:pt x="4560" y="416"/>
                </a:lnTo>
                <a:lnTo>
                  <a:pt x="4562" y="417"/>
                </a:lnTo>
                <a:lnTo>
                  <a:pt x="4563" y="417"/>
                </a:lnTo>
                <a:lnTo>
                  <a:pt x="4565" y="419"/>
                </a:lnTo>
                <a:lnTo>
                  <a:pt x="4565" y="420"/>
                </a:lnTo>
                <a:lnTo>
                  <a:pt x="4611" y="539"/>
                </a:lnTo>
                <a:lnTo>
                  <a:pt x="4606" y="536"/>
                </a:lnTo>
                <a:lnTo>
                  <a:pt x="4720" y="536"/>
                </a:lnTo>
                <a:close/>
                <a:moveTo>
                  <a:pt x="4447" y="140"/>
                </a:moveTo>
                <a:lnTo>
                  <a:pt x="4458" y="140"/>
                </a:lnTo>
                <a:lnTo>
                  <a:pt x="4386" y="335"/>
                </a:lnTo>
                <a:lnTo>
                  <a:pt x="4381" y="328"/>
                </a:lnTo>
                <a:lnTo>
                  <a:pt x="4526" y="328"/>
                </a:lnTo>
                <a:lnTo>
                  <a:pt x="4520" y="335"/>
                </a:lnTo>
                <a:lnTo>
                  <a:pt x="4447" y="140"/>
                </a:lnTo>
                <a:close/>
                <a:moveTo>
                  <a:pt x="4531" y="331"/>
                </a:moveTo>
                <a:lnTo>
                  <a:pt x="4531" y="333"/>
                </a:lnTo>
                <a:lnTo>
                  <a:pt x="4531" y="335"/>
                </a:lnTo>
                <a:lnTo>
                  <a:pt x="4530" y="337"/>
                </a:lnTo>
                <a:lnTo>
                  <a:pt x="4529" y="338"/>
                </a:lnTo>
                <a:lnTo>
                  <a:pt x="4528" y="339"/>
                </a:lnTo>
                <a:lnTo>
                  <a:pt x="4526" y="339"/>
                </a:lnTo>
                <a:lnTo>
                  <a:pt x="4381" y="339"/>
                </a:lnTo>
                <a:lnTo>
                  <a:pt x="4379" y="339"/>
                </a:lnTo>
                <a:lnTo>
                  <a:pt x="4378" y="338"/>
                </a:lnTo>
                <a:lnTo>
                  <a:pt x="4377" y="337"/>
                </a:lnTo>
                <a:lnTo>
                  <a:pt x="4376" y="335"/>
                </a:lnTo>
                <a:lnTo>
                  <a:pt x="4375" y="333"/>
                </a:lnTo>
                <a:lnTo>
                  <a:pt x="4376" y="331"/>
                </a:lnTo>
                <a:lnTo>
                  <a:pt x="4447" y="136"/>
                </a:lnTo>
                <a:lnTo>
                  <a:pt x="4448" y="135"/>
                </a:lnTo>
                <a:lnTo>
                  <a:pt x="4449" y="133"/>
                </a:lnTo>
                <a:lnTo>
                  <a:pt x="4451" y="132"/>
                </a:lnTo>
                <a:lnTo>
                  <a:pt x="4453" y="132"/>
                </a:lnTo>
                <a:lnTo>
                  <a:pt x="4455" y="133"/>
                </a:lnTo>
                <a:lnTo>
                  <a:pt x="4457" y="134"/>
                </a:lnTo>
                <a:lnTo>
                  <a:pt x="4458" y="136"/>
                </a:lnTo>
                <a:lnTo>
                  <a:pt x="4531" y="331"/>
                </a:lnTo>
                <a:close/>
                <a:moveTo>
                  <a:pt x="4800" y="16"/>
                </a:moveTo>
                <a:lnTo>
                  <a:pt x="4800" y="14"/>
                </a:lnTo>
                <a:lnTo>
                  <a:pt x="4801" y="12"/>
                </a:lnTo>
                <a:lnTo>
                  <a:pt x="4802" y="11"/>
                </a:lnTo>
                <a:lnTo>
                  <a:pt x="4804" y="10"/>
                </a:lnTo>
                <a:lnTo>
                  <a:pt x="4806" y="10"/>
                </a:lnTo>
                <a:lnTo>
                  <a:pt x="4976" y="10"/>
                </a:lnTo>
                <a:lnTo>
                  <a:pt x="5020" y="10"/>
                </a:lnTo>
                <a:lnTo>
                  <a:pt x="5020" y="10"/>
                </a:lnTo>
                <a:lnTo>
                  <a:pt x="5039" y="11"/>
                </a:lnTo>
                <a:lnTo>
                  <a:pt x="5039" y="11"/>
                </a:lnTo>
                <a:lnTo>
                  <a:pt x="5056" y="12"/>
                </a:lnTo>
                <a:lnTo>
                  <a:pt x="5056" y="12"/>
                </a:lnTo>
                <a:lnTo>
                  <a:pt x="5071" y="13"/>
                </a:lnTo>
                <a:lnTo>
                  <a:pt x="5071" y="13"/>
                </a:lnTo>
                <a:lnTo>
                  <a:pt x="5084" y="14"/>
                </a:lnTo>
                <a:lnTo>
                  <a:pt x="5084" y="14"/>
                </a:lnTo>
                <a:lnTo>
                  <a:pt x="5095" y="16"/>
                </a:lnTo>
                <a:lnTo>
                  <a:pt x="5095" y="16"/>
                </a:lnTo>
                <a:lnTo>
                  <a:pt x="5103" y="18"/>
                </a:lnTo>
                <a:lnTo>
                  <a:pt x="5104" y="18"/>
                </a:lnTo>
                <a:lnTo>
                  <a:pt x="5115" y="21"/>
                </a:lnTo>
                <a:lnTo>
                  <a:pt x="5115" y="22"/>
                </a:lnTo>
                <a:lnTo>
                  <a:pt x="5126" y="26"/>
                </a:lnTo>
                <a:lnTo>
                  <a:pt x="5126" y="26"/>
                </a:lnTo>
                <a:lnTo>
                  <a:pt x="5137" y="31"/>
                </a:lnTo>
                <a:lnTo>
                  <a:pt x="5137" y="31"/>
                </a:lnTo>
                <a:lnTo>
                  <a:pt x="5147" y="37"/>
                </a:lnTo>
                <a:lnTo>
                  <a:pt x="5147" y="38"/>
                </a:lnTo>
                <a:lnTo>
                  <a:pt x="5156" y="44"/>
                </a:lnTo>
                <a:lnTo>
                  <a:pt x="5157" y="45"/>
                </a:lnTo>
                <a:lnTo>
                  <a:pt x="5165" y="53"/>
                </a:lnTo>
                <a:lnTo>
                  <a:pt x="5166" y="53"/>
                </a:lnTo>
                <a:lnTo>
                  <a:pt x="5174" y="62"/>
                </a:lnTo>
                <a:lnTo>
                  <a:pt x="5174" y="62"/>
                </a:lnTo>
                <a:lnTo>
                  <a:pt x="5182" y="71"/>
                </a:lnTo>
                <a:lnTo>
                  <a:pt x="5182" y="72"/>
                </a:lnTo>
                <a:lnTo>
                  <a:pt x="5190" y="82"/>
                </a:lnTo>
                <a:lnTo>
                  <a:pt x="5190" y="82"/>
                </a:lnTo>
                <a:lnTo>
                  <a:pt x="5196" y="93"/>
                </a:lnTo>
                <a:lnTo>
                  <a:pt x="5196" y="94"/>
                </a:lnTo>
                <a:lnTo>
                  <a:pt x="5202" y="106"/>
                </a:lnTo>
                <a:lnTo>
                  <a:pt x="5202" y="106"/>
                </a:lnTo>
                <a:lnTo>
                  <a:pt x="5206" y="118"/>
                </a:lnTo>
                <a:lnTo>
                  <a:pt x="5206" y="119"/>
                </a:lnTo>
                <a:lnTo>
                  <a:pt x="5209" y="132"/>
                </a:lnTo>
                <a:lnTo>
                  <a:pt x="5210" y="133"/>
                </a:lnTo>
                <a:lnTo>
                  <a:pt x="5212" y="146"/>
                </a:lnTo>
                <a:lnTo>
                  <a:pt x="5212" y="147"/>
                </a:lnTo>
                <a:lnTo>
                  <a:pt x="5214" y="161"/>
                </a:lnTo>
                <a:lnTo>
                  <a:pt x="5214" y="162"/>
                </a:lnTo>
                <a:lnTo>
                  <a:pt x="5214" y="177"/>
                </a:lnTo>
                <a:lnTo>
                  <a:pt x="5214" y="178"/>
                </a:lnTo>
                <a:lnTo>
                  <a:pt x="5214" y="189"/>
                </a:lnTo>
                <a:lnTo>
                  <a:pt x="5214" y="190"/>
                </a:lnTo>
                <a:lnTo>
                  <a:pt x="5213" y="201"/>
                </a:lnTo>
                <a:lnTo>
                  <a:pt x="5213" y="201"/>
                </a:lnTo>
                <a:lnTo>
                  <a:pt x="5212" y="212"/>
                </a:lnTo>
                <a:lnTo>
                  <a:pt x="5212" y="213"/>
                </a:lnTo>
                <a:lnTo>
                  <a:pt x="5210" y="223"/>
                </a:lnTo>
                <a:lnTo>
                  <a:pt x="5210" y="223"/>
                </a:lnTo>
                <a:lnTo>
                  <a:pt x="5207" y="233"/>
                </a:lnTo>
                <a:lnTo>
                  <a:pt x="5207" y="233"/>
                </a:lnTo>
                <a:lnTo>
                  <a:pt x="5204" y="243"/>
                </a:lnTo>
                <a:lnTo>
                  <a:pt x="5204" y="243"/>
                </a:lnTo>
                <a:lnTo>
                  <a:pt x="5200" y="252"/>
                </a:lnTo>
                <a:lnTo>
                  <a:pt x="5200" y="253"/>
                </a:lnTo>
                <a:lnTo>
                  <a:pt x="5196" y="261"/>
                </a:lnTo>
                <a:lnTo>
                  <a:pt x="5196" y="261"/>
                </a:lnTo>
                <a:lnTo>
                  <a:pt x="5191" y="270"/>
                </a:lnTo>
                <a:lnTo>
                  <a:pt x="5191" y="270"/>
                </a:lnTo>
                <a:lnTo>
                  <a:pt x="5186" y="278"/>
                </a:lnTo>
                <a:lnTo>
                  <a:pt x="5186" y="278"/>
                </a:lnTo>
                <a:lnTo>
                  <a:pt x="5181" y="285"/>
                </a:lnTo>
                <a:lnTo>
                  <a:pt x="5181" y="285"/>
                </a:lnTo>
                <a:lnTo>
                  <a:pt x="5175" y="292"/>
                </a:lnTo>
                <a:lnTo>
                  <a:pt x="5175" y="292"/>
                </a:lnTo>
                <a:lnTo>
                  <a:pt x="5169" y="299"/>
                </a:lnTo>
                <a:lnTo>
                  <a:pt x="5169" y="299"/>
                </a:lnTo>
                <a:lnTo>
                  <a:pt x="5163" y="305"/>
                </a:lnTo>
                <a:lnTo>
                  <a:pt x="5163" y="305"/>
                </a:lnTo>
                <a:lnTo>
                  <a:pt x="5157" y="310"/>
                </a:lnTo>
                <a:lnTo>
                  <a:pt x="5156" y="311"/>
                </a:lnTo>
                <a:lnTo>
                  <a:pt x="5150" y="316"/>
                </a:lnTo>
                <a:lnTo>
                  <a:pt x="5149" y="316"/>
                </a:lnTo>
                <a:lnTo>
                  <a:pt x="5136" y="324"/>
                </a:lnTo>
                <a:lnTo>
                  <a:pt x="5135" y="325"/>
                </a:lnTo>
                <a:lnTo>
                  <a:pt x="5122" y="332"/>
                </a:lnTo>
                <a:lnTo>
                  <a:pt x="5121" y="332"/>
                </a:lnTo>
                <a:lnTo>
                  <a:pt x="5114" y="335"/>
                </a:lnTo>
                <a:lnTo>
                  <a:pt x="5114" y="335"/>
                </a:lnTo>
                <a:lnTo>
                  <a:pt x="5107" y="338"/>
                </a:lnTo>
                <a:lnTo>
                  <a:pt x="5107" y="338"/>
                </a:lnTo>
                <a:lnTo>
                  <a:pt x="5100" y="339"/>
                </a:lnTo>
                <a:lnTo>
                  <a:pt x="5099" y="339"/>
                </a:lnTo>
                <a:lnTo>
                  <a:pt x="5093" y="341"/>
                </a:lnTo>
                <a:lnTo>
                  <a:pt x="5092" y="341"/>
                </a:lnTo>
                <a:lnTo>
                  <a:pt x="5082" y="343"/>
                </a:lnTo>
                <a:lnTo>
                  <a:pt x="5082" y="343"/>
                </a:lnTo>
                <a:lnTo>
                  <a:pt x="5071" y="345"/>
                </a:lnTo>
                <a:lnTo>
                  <a:pt x="5071" y="345"/>
                </a:lnTo>
                <a:lnTo>
                  <a:pt x="5058" y="346"/>
                </a:lnTo>
                <a:lnTo>
                  <a:pt x="5058" y="346"/>
                </a:lnTo>
                <a:lnTo>
                  <a:pt x="5045" y="347"/>
                </a:lnTo>
                <a:lnTo>
                  <a:pt x="5045" y="347"/>
                </a:lnTo>
                <a:lnTo>
                  <a:pt x="5015" y="348"/>
                </a:lnTo>
                <a:lnTo>
                  <a:pt x="5015" y="348"/>
                </a:lnTo>
                <a:lnTo>
                  <a:pt x="4981" y="349"/>
                </a:lnTo>
                <a:lnTo>
                  <a:pt x="4981" y="349"/>
                </a:lnTo>
                <a:lnTo>
                  <a:pt x="4912" y="349"/>
                </a:lnTo>
                <a:lnTo>
                  <a:pt x="4918" y="343"/>
                </a:lnTo>
                <a:lnTo>
                  <a:pt x="4918" y="541"/>
                </a:lnTo>
                <a:lnTo>
                  <a:pt x="4918" y="543"/>
                </a:lnTo>
                <a:lnTo>
                  <a:pt x="4917" y="545"/>
                </a:lnTo>
                <a:lnTo>
                  <a:pt x="4916" y="546"/>
                </a:lnTo>
                <a:lnTo>
                  <a:pt x="4914" y="547"/>
                </a:lnTo>
                <a:lnTo>
                  <a:pt x="4912" y="547"/>
                </a:lnTo>
                <a:lnTo>
                  <a:pt x="4806" y="547"/>
                </a:lnTo>
                <a:lnTo>
                  <a:pt x="4804" y="547"/>
                </a:lnTo>
                <a:lnTo>
                  <a:pt x="4802" y="546"/>
                </a:lnTo>
                <a:lnTo>
                  <a:pt x="4801" y="545"/>
                </a:lnTo>
                <a:lnTo>
                  <a:pt x="4800" y="543"/>
                </a:lnTo>
                <a:lnTo>
                  <a:pt x="4800" y="541"/>
                </a:lnTo>
                <a:lnTo>
                  <a:pt x="4800" y="16"/>
                </a:lnTo>
                <a:close/>
                <a:moveTo>
                  <a:pt x="4811" y="541"/>
                </a:moveTo>
                <a:lnTo>
                  <a:pt x="4806" y="536"/>
                </a:lnTo>
                <a:lnTo>
                  <a:pt x="4912" y="536"/>
                </a:lnTo>
                <a:lnTo>
                  <a:pt x="4906" y="541"/>
                </a:lnTo>
                <a:lnTo>
                  <a:pt x="4906" y="343"/>
                </a:lnTo>
                <a:lnTo>
                  <a:pt x="4907" y="341"/>
                </a:lnTo>
                <a:lnTo>
                  <a:pt x="4907" y="340"/>
                </a:lnTo>
                <a:lnTo>
                  <a:pt x="4909" y="338"/>
                </a:lnTo>
                <a:lnTo>
                  <a:pt x="4910" y="338"/>
                </a:lnTo>
                <a:lnTo>
                  <a:pt x="4912" y="337"/>
                </a:lnTo>
                <a:lnTo>
                  <a:pt x="4981" y="337"/>
                </a:lnTo>
                <a:lnTo>
                  <a:pt x="4981" y="337"/>
                </a:lnTo>
                <a:lnTo>
                  <a:pt x="5015" y="337"/>
                </a:lnTo>
                <a:lnTo>
                  <a:pt x="5015" y="337"/>
                </a:lnTo>
                <a:lnTo>
                  <a:pt x="5044" y="336"/>
                </a:lnTo>
                <a:lnTo>
                  <a:pt x="5044" y="336"/>
                </a:lnTo>
                <a:lnTo>
                  <a:pt x="5057" y="335"/>
                </a:lnTo>
                <a:lnTo>
                  <a:pt x="5057" y="335"/>
                </a:lnTo>
                <a:lnTo>
                  <a:pt x="5069" y="333"/>
                </a:lnTo>
                <a:lnTo>
                  <a:pt x="5069" y="333"/>
                </a:lnTo>
                <a:lnTo>
                  <a:pt x="5080" y="332"/>
                </a:lnTo>
                <a:lnTo>
                  <a:pt x="5080" y="332"/>
                </a:lnTo>
                <a:lnTo>
                  <a:pt x="5090" y="330"/>
                </a:lnTo>
                <a:lnTo>
                  <a:pt x="5090" y="330"/>
                </a:lnTo>
                <a:lnTo>
                  <a:pt x="5097" y="328"/>
                </a:lnTo>
                <a:lnTo>
                  <a:pt x="5096" y="329"/>
                </a:lnTo>
                <a:lnTo>
                  <a:pt x="5103" y="326"/>
                </a:lnTo>
                <a:lnTo>
                  <a:pt x="5103" y="327"/>
                </a:lnTo>
                <a:lnTo>
                  <a:pt x="5110" y="324"/>
                </a:lnTo>
                <a:lnTo>
                  <a:pt x="5110" y="324"/>
                </a:lnTo>
                <a:lnTo>
                  <a:pt x="5117" y="321"/>
                </a:lnTo>
                <a:lnTo>
                  <a:pt x="5116" y="321"/>
                </a:lnTo>
                <a:lnTo>
                  <a:pt x="5130" y="314"/>
                </a:lnTo>
                <a:lnTo>
                  <a:pt x="5129" y="315"/>
                </a:lnTo>
                <a:lnTo>
                  <a:pt x="5143" y="306"/>
                </a:lnTo>
                <a:lnTo>
                  <a:pt x="5143" y="306"/>
                </a:lnTo>
                <a:lnTo>
                  <a:pt x="5149" y="302"/>
                </a:lnTo>
                <a:lnTo>
                  <a:pt x="5149" y="302"/>
                </a:lnTo>
                <a:lnTo>
                  <a:pt x="5155" y="296"/>
                </a:lnTo>
                <a:lnTo>
                  <a:pt x="5155" y="297"/>
                </a:lnTo>
                <a:lnTo>
                  <a:pt x="5161" y="291"/>
                </a:lnTo>
                <a:lnTo>
                  <a:pt x="5161" y="291"/>
                </a:lnTo>
                <a:lnTo>
                  <a:pt x="5166" y="285"/>
                </a:lnTo>
                <a:lnTo>
                  <a:pt x="5166" y="285"/>
                </a:lnTo>
                <a:lnTo>
                  <a:pt x="5172" y="278"/>
                </a:lnTo>
                <a:lnTo>
                  <a:pt x="5171" y="279"/>
                </a:lnTo>
                <a:lnTo>
                  <a:pt x="5176" y="272"/>
                </a:lnTo>
                <a:lnTo>
                  <a:pt x="5176" y="272"/>
                </a:lnTo>
                <a:lnTo>
                  <a:pt x="5181" y="264"/>
                </a:lnTo>
                <a:lnTo>
                  <a:pt x="5181" y="264"/>
                </a:lnTo>
                <a:lnTo>
                  <a:pt x="5185" y="256"/>
                </a:lnTo>
                <a:lnTo>
                  <a:pt x="5185" y="257"/>
                </a:lnTo>
                <a:lnTo>
                  <a:pt x="5189" y="248"/>
                </a:lnTo>
                <a:lnTo>
                  <a:pt x="5189" y="249"/>
                </a:lnTo>
                <a:lnTo>
                  <a:pt x="5193" y="240"/>
                </a:lnTo>
                <a:lnTo>
                  <a:pt x="5193" y="240"/>
                </a:lnTo>
                <a:lnTo>
                  <a:pt x="5196" y="230"/>
                </a:lnTo>
                <a:lnTo>
                  <a:pt x="5196" y="231"/>
                </a:lnTo>
                <a:lnTo>
                  <a:pt x="5198" y="221"/>
                </a:lnTo>
                <a:lnTo>
                  <a:pt x="5198" y="221"/>
                </a:lnTo>
                <a:lnTo>
                  <a:pt x="5200" y="211"/>
                </a:lnTo>
                <a:lnTo>
                  <a:pt x="5200" y="211"/>
                </a:lnTo>
                <a:lnTo>
                  <a:pt x="5201" y="200"/>
                </a:lnTo>
                <a:lnTo>
                  <a:pt x="5201" y="200"/>
                </a:lnTo>
                <a:lnTo>
                  <a:pt x="5202" y="189"/>
                </a:lnTo>
                <a:lnTo>
                  <a:pt x="5202" y="189"/>
                </a:lnTo>
                <a:lnTo>
                  <a:pt x="5202" y="178"/>
                </a:lnTo>
                <a:lnTo>
                  <a:pt x="5202" y="178"/>
                </a:lnTo>
                <a:lnTo>
                  <a:pt x="5202" y="163"/>
                </a:lnTo>
                <a:lnTo>
                  <a:pt x="5202" y="163"/>
                </a:lnTo>
                <a:lnTo>
                  <a:pt x="5200" y="148"/>
                </a:lnTo>
                <a:lnTo>
                  <a:pt x="5200" y="149"/>
                </a:lnTo>
                <a:lnTo>
                  <a:pt x="5198" y="135"/>
                </a:lnTo>
                <a:lnTo>
                  <a:pt x="5198" y="135"/>
                </a:lnTo>
                <a:lnTo>
                  <a:pt x="5195" y="122"/>
                </a:lnTo>
                <a:lnTo>
                  <a:pt x="5195" y="123"/>
                </a:lnTo>
                <a:lnTo>
                  <a:pt x="5191" y="110"/>
                </a:lnTo>
                <a:lnTo>
                  <a:pt x="5191" y="111"/>
                </a:lnTo>
                <a:lnTo>
                  <a:pt x="5185" y="99"/>
                </a:lnTo>
                <a:lnTo>
                  <a:pt x="5186" y="99"/>
                </a:lnTo>
                <a:lnTo>
                  <a:pt x="5180" y="88"/>
                </a:lnTo>
                <a:lnTo>
                  <a:pt x="5180" y="89"/>
                </a:lnTo>
                <a:lnTo>
                  <a:pt x="5173" y="79"/>
                </a:lnTo>
                <a:lnTo>
                  <a:pt x="5173" y="79"/>
                </a:lnTo>
                <a:lnTo>
                  <a:pt x="5165" y="70"/>
                </a:lnTo>
                <a:lnTo>
                  <a:pt x="5166" y="70"/>
                </a:lnTo>
                <a:lnTo>
                  <a:pt x="5157" y="61"/>
                </a:lnTo>
                <a:lnTo>
                  <a:pt x="5158" y="62"/>
                </a:lnTo>
                <a:lnTo>
                  <a:pt x="5149" y="54"/>
                </a:lnTo>
                <a:lnTo>
                  <a:pt x="5149" y="54"/>
                </a:lnTo>
                <a:lnTo>
                  <a:pt x="5140" y="47"/>
                </a:lnTo>
                <a:lnTo>
                  <a:pt x="5140" y="48"/>
                </a:lnTo>
                <a:lnTo>
                  <a:pt x="5131" y="42"/>
                </a:lnTo>
                <a:lnTo>
                  <a:pt x="5131" y="42"/>
                </a:lnTo>
                <a:lnTo>
                  <a:pt x="5121" y="37"/>
                </a:lnTo>
                <a:lnTo>
                  <a:pt x="5121" y="37"/>
                </a:lnTo>
                <a:lnTo>
                  <a:pt x="5111" y="33"/>
                </a:lnTo>
                <a:lnTo>
                  <a:pt x="5111" y="33"/>
                </a:lnTo>
                <a:lnTo>
                  <a:pt x="5100" y="29"/>
                </a:lnTo>
                <a:lnTo>
                  <a:pt x="5101" y="30"/>
                </a:lnTo>
                <a:lnTo>
                  <a:pt x="5092" y="28"/>
                </a:lnTo>
                <a:lnTo>
                  <a:pt x="5092" y="28"/>
                </a:lnTo>
                <a:lnTo>
                  <a:pt x="5082" y="26"/>
                </a:lnTo>
                <a:lnTo>
                  <a:pt x="5082" y="26"/>
                </a:lnTo>
                <a:lnTo>
                  <a:pt x="5070" y="25"/>
                </a:lnTo>
                <a:lnTo>
                  <a:pt x="5070" y="25"/>
                </a:lnTo>
                <a:lnTo>
                  <a:pt x="5055" y="24"/>
                </a:lnTo>
                <a:lnTo>
                  <a:pt x="5055" y="24"/>
                </a:lnTo>
                <a:lnTo>
                  <a:pt x="5038" y="23"/>
                </a:lnTo>
                <a:lnTo>
                  <a:pt x="5039" y="23"/>
                </a:lnTo>
                <a:lnTo>
                  <a:pt x="5020" y="22"/>
                </a:lnTo>
                <a:lnTo>
                  <a:pt x="5020" y="22"/>
                </a:lnTo>
                <a:lnTo>
                  <a:pt x="4976" y="22"/>
                </a:lnTo>
                <a:lnTo>
                  <a:pt x="4805" y="22"/>
                </a:lnTo>
                <a:lnTo>
                  <a:pt x="4811" y="16"/>
                </a:lnTo>
                <a:lnTo>
                  <a:pt x="4811" y="541"/>
                </a:lnTo>
                <a:lnTo>
                  <a:pt x="4811" y="541"/>
                </a:lnTo>
                <a:close/>
                <a:moveTo>
                  <a:pt x="4918" y="254"/>
                </a:moveTo>
                <a:lnTo>
                  <a:pt x="4912" y="249"/>
                </a:lnTo>
                <a:lnTo>
                  <a:pt x="4970" y="249"/>
                </a:lnTo>
                <a:lnTo>
                  <a:pt x="4970" y="249"/>
                </a:lnTo>
                <a:lnTo>
                  <a:pt x="4999" y="248"/>
                </a:lnTo>
                <a:lnTo>
                  <a:pt x="4998" y="248"/>
                </a:lnTo>
                <a:lnTo>
                  <a:pt x="5011" y="248"/>
                </a:lnTo>
                <a:lnTo>
                  <a:pt x="5011" y="248"/>
                </a:lnTo>
                <a:lnTo>
                  <a:pt x="5022" y="247"/>
                </a:lnTo>
                <a:lnTo>
                  <a:pt x="5022" y="247"/>
                </a:lnTo>
                <a:lnTo>
                  <a:pt x="5031" y="246"/>
                </a:lnTo>
                <a:lnTo>
                  <a:pt x="5031" y="246"/>
                </a:lnTo>
                <a:lnTo>
                  <a:pt x="5040" y="244"/>
                </a:lnTo>
                <a:lnTo>
                  <a:pt x="5039" y="244"/>
                </a:lnTo>
                <a:lnTo>
                  <a:pt x="5047" y="242"/>
                </a:lnTo>
                <a:lnTo>
                  <a:pt x="5046" y="243"/>
                </a:lnTo>
                <a:lnTo>
                  <a:pt x="5052" y="241"/>
                </a:lnTo>
                <a:lnTo>
                  <a:pt x="5052" y="241"/>
                </a:lnTo>
                <a:lnTo>
                  <a:pt x="5057" y="239"/>
                </a:lnTo>
                <a:lnTo>
                  <a:pt x="5056" y="239"/>
                </a:lnTo>
                <a:lnTo>
                  <a:pt x="5061" y="236"/>
                </a:lnTo>
                <a:lnTo>
                  <a:pt x="5061" y="236"/>
                </a:lnTo>
                <a:lnTo>
                  <a:pt x="5065" y="233"/>
                </a:lnTo>
                <a:lnTo>
                  <a:pt x="5065" y="234"/>
                </a:lnTo>
                <a:lnTo>
                  <a:pt x="5069" y="231"/>
                </a:lnTo>
                <a:lnTo>
                  <a:pt x="5069" y="231"/>
                </a:lnTo>
                <a:lnTo>
                  <a:pt x="5073" y="227"/>
                </a:lnTo>
                <a:lnTo>
                  <a:pt x="5073" y="228"/>
                </a:lnTo>
                <a:lnTo>
                  <a:pt x="5077" y="224"/>
                </a:lnTo>
                <a:lnTo>
                  <a:pt x="5076" y="224"/>
                </a:lnTo>
                <a:lnTo>
                  <a:pt x="5080" y="220"/>
                </a:lnTo>
                <a:lnTo>
                  <a:pt x="5080" y="221"/>
                </a:lnTo>
                <a:lnTo>
                  <a:pt x="5083" y="216"/>
                </a:lnTo>
                <a:lnTo>
                  <a:pt x="5082" y="217"/>
                </a:lnTo>
                <a:lnTo>
                  <a:pt x="5085" y="212"/>
                </a:lnTo>
                <a:lnTo>
                  <a:pt x="5085" y="213"/>
                </a:lnTo>
                <a:lnTo>
                  <a:pt x="5087" y="208"/>
                </a:lnTo>
                <a:lnTo>
                  <a:pt x="5087" y="208"/>
                </a:lnTo>
                <a:lnTo>
                  <a:pt x="5089" y="204"/>
                </a:lnTo>
                <a:lnTo>
                  <a:pt x="5089" y="204"/>
                </a:lnTo>
                <a:lnTo>
                  <a:pt x="5091" y="199"/>
                </a:lnTo>
                <a:lnTo>
                  <a:pt x="5091" y="199"/>
                </a:lnTo>
                <a:lnTo>
                  <a:pt x="5092" y="194"/>
                </a:lnTo>
                <a:lnTo>
                  <a:pt x="5092" y="195"/>
                </a:lnTo>
                <a:lnTo>
                  <a:pt x="5093" y="189"/>
                </a:lnTo>
                <a:lnTo>
                  <a:pt x="5093" y="190"/>
                </a:lnTo>
                <a:lnTo>
                  <a:pt x="5093" y="184"/>
                </a:lnTo>
                <a:lnTo>
                  <a:pt x="5093" y="185"/>
                </a:lnTo>
                <a:lnTo>
                  <a:pt x="5094" y="179"/>
                </a:lnTo>
                <a:lnTo>
                  <a:pt x="5094" y="179"/>
                </a:lnTo>
                <a:lnTo>
                  <a:pt x="5093" y="172"/>
                </a:lnTo>
                <a:lnTo>
                  <a:pt x="5093" y="173"/>
                </a:lnTo>
                <a:lnTo>
                  <a:pt x="5093" y="166"/>
                </a:lnTo>
                <a:lnTo>
                  <a:pt x="5093" y="166"/>
                </a:lnTo>
                <a:lnTo>
                  <a:pt x="5091" y="160"/>
                </a:lnTo>
                <a:lnTo>
                  <a:pt x="5092" y="160"/>
                </a:lnTo>
                <a:lnTo>
                  <a:pt x="5090" y="154"/>
                </a:lnTo>
                <a:lnTo>
                  <a:pt x="5090" y="155"/>
                </a:lnTo>
                <a:lnTo>
                  <a:pt x="5087" y="149"/>
                </a:lnTo>
                <a:lnTo>
                  <a:pt x="5088" y="149"/>
                </a:lnTo>
                <a:lnTo>
                  <a:pt x="5085" y="144"/>
                </a:lnTo>
                <a:lnTo>
                  <a:pt x="5085" y="144"/>
                </a:lnTo>
                <a:lnTo>
                  <a:pt x="5082" y="139"/>
                </a:lnTo>
                <a:lnTo>
                  <a:pt x="5082" y="140"/>
                </a:lnTo>
                <a:lnTo>
                  <a:pt x="5078" y="135"/>
                </a:lnTo>
                <a:lnTo>
                  <a:pt x="5078" y="135"/>
                </a:lnTo>
                <a:lnTo>
                  <a:pt x="5074" y="131"/>
                </a:lnTo>
                <a:lnTo>
                  <a:pt x="5074" y="131"/>
                </a:lnTo>
                <a:lnTo>
                  <a:pt x="5070" y="127"/>
                </a:lnTo>
                <a:lnTo>
                  <a:pt x="5070" y="127"/>
                </a:lnTo>
                <a:lnTo>
                  <a:pt x="5065" y="124"/>
                </a:lnTo>
                <a:lnTo>
                  <a:pt x="5066" y="124"/>
                </a:lnTo>
                <a:lnTo>
                  <a:pt x="5060" y="121"/>
                </a:lnTo>
                <a:lnTo>
                  <a:pt x="5061" y="121"/>
                </a:lnTo>
                <a:lnTo>
                  <a:pt x="5055" y="118"/>
                </a:lnTo>
                <a:lnTo>
                  <a:pt x="5056" y="119"/>
                </a:lnTo>
                <a:lnTo>
                  <a:pt x="5050" y="116"/>
                </a:lnTo>
                <a:lnTo>
                  <a:pt x="5051" y="116"/>
                </a:lnTo>
                <a:lnTo>
                  <a:pt x="5045" y="115"/>
                </a:lnTo>
                <a:lnTo>
                  <a:pt x="5045" y="115"/>
                </a:lnTo>
                <a:lnTo>
                  <a:pt x="5039" y="113"/>
                </a:lnTo>
                <a:lnTo>
                  <a:pt x="5039" y="114"/>
                </a:lnTo>
                <a:lnTo>
                  <a:pt x="5027" y="112"/>
                </a:lnTo>
                <a:lnTo>
                  <a:pt x="5028" y="112"/>
                </a:lnTo>
                <a:lnTo>
                  <a:pt x="5011" y="111"/>
                </a:lnTo>
                <a:lnTo>
                  <a:pt x="5011" y="111"/>
                </a:lnTo>
                <a:lnTo>
                  <a:pt x="4990" y="110"/>
                </a:lnTo>
                <a:lnTo>
                  <a:pt x="4990" y="110"/>
                </a:lnTo>
                <a:lnTo>
                  <a:pt x="4964" y="110"/>
                </a:lnTo>
                <a:lnTo>
                  <a:pt x="4912" y="110"/>
                </a:lnTo>
                <a:lnTo>
                  <a:pt x="4918" y="104"/>
                </a:lnTo>
                <a:lnTo>
                  <a:pt x="4918" y="254"/>
                </a:lnTo>
                <a:lnTo>
                  <a:pt x="4918" y="254"/>
                </a:lnTo>
                <a:close/>
                <a:moveTo>
                  <a:pt x="4906" y="104"/>
                </a:moveTo>
                <a:lnTo>
                  <a:pt x="4907" y="103"/>
                </a:lnTo>
                <a:lnTo>
                  <a:pt x="4907" y="101"/>
                </a:lnTo>
                <a:lnTo>
                  <a:pt x="4909" y="100"/>
                </a:lnTo>
                <a:lnTo>
                  <a:pt x="4910" y="99"/>
                </a:lnTo>
                <a:lnTo>
                  <a:pt x="4912" y="99"/>
                </a:lnTo>
                <a:lnTo>
                  <a:pt x="4963" y="99"/>
                </a:lnTo>
                <a:lnTo>
                  <a:pt x="4989" y="99"/>
                </a:lnTo>
                <a:lnTo>
                  <a:pt x="4990" y="99"/>
                </a:lnTo>
                <a:lnTo>
                  <a:pt x="5011" y="100"/>
                </a:lnTo>
                <a:lnTo>
                  <a:pt x="5011" y="100"/>
                </a:lnTo>
                <a:lnTo>
                  <a:pt x="5028" y="101"/>
                </a:lnTo>
                <a:lnTo>
                  <a:pt x="5028" y="101"/>
                </a:lnTo>
                <a:lnTo>
                  <a:pt x="5040" y="103"/>
                </a:lnTo>
                <a:lnTo>
                  <a:pt x="5040" y="103"/>
                </a:lnTo>
                <a:lnTo>
                  <a:pt x="5047" y="104"/>
                </a:lnTo>
                <a:lnTo>
                  <a:pt x="5047" y="104"/>
                </a:lnTo>
                <a:lnTo>
                  <a:pt x="5053" y="106"/>
                </a:lnTo>
                <a:lnTo>
                  <a:pt x="5054" y="106"/>
                </a:lnTo>
                <a:lnTo>
                  <a:pt x="5059" y="108"/>
                </a:lnTo>
                <a:lnTo>
                  <a:pt x="5060" y="109"/>
                </a:lnTo>
                <a:lnTo>
                  <a:pt x="5065" y="111"/>
                </a:lnTo>
                <a:lnTo>
                  <a:pt x="5066" y="112"/>
                </a:lnTo>
                <a:lnTo>
                  <a:pt x="5071" y="115"/>
                </a:lnTo>
                <a:lnTo>
                  <a:pt x="5071" y="115"/>
                </a:lnTo>
                <a:lnTo>
                  <a:pt x="5076" y="119"/>
                </a:lnTo>
                <a:lnTo>
                  <a:pt x="5077" y="119"/>
                </a:lnTo>
                <a:lnTo>
                  <a:pt x="5081" y="123"/>
                </a:lnTo>
                <a:lnTo>
                  <a:pt x="5082" y="123"/>
                </a:lnTo>
                <a:lnTo>
                  <a:pt x="5086" y="128"/>
                </a:lnTo>
                <a:lnTo>
                  <a:pt x="5086" y="128"/>
                </a:lnTo>
                <a:lnTo>
                  <a:pt x="5090" y="133"/>
                </a:lnTo>
                <a:lnTo>
                  <a:pt x="5091" y="133"/>
                </a:lnTo>
                <a:lnTo>
                  <a:pt x="5094" y="139"/>
                </a:lnTo>
                <a:lnTo>
                  <a:pt x="5094" y="139"/>
                </a:lnTo>
                <a:lnTo>
                  <a:pt x="5097" y="145"/>
                </a:lnTo>
                <a:lnTo>
                  <a:pt x="5098" y="145"/>
                </a:lnTo>
                <a:lnTo>
                  <a:pt x="5100" y="151"/>
                </a:lnTo>
                <a:lnTo>
                  <a:pt x="5100" y="151"/>
                </a:lnTo>
                <a:lnTo>
                  <a:pt x="5102" y="157"/>
                </a:lnTo>
                <a:lnTo>
                  <a:pt x="5102" y="158"/>
                </a:lnTo>
                <a:lnTo>
                  <a:pt x="5103" y="164"/>
                </a:lnTo>
                <a:lnTo>
                  <a:pt x="5104" y="165"/>
                </a:lnTo>
                <a:lnTo>
                  <a:pt x="5104" y="172"/>
                </a:lnTo>
                <a:lnTo>
                  <a:pt x="5104" y="172"/>
                </a:lnTo>
                <a:lnTo>
                  <a:pt x="5105" y="179"/>
                </a:lnTo>
                <a:lnTo>
                  <a:pt x="5105" y="179"/>
                </a:lnTo>
                <a:lnTo>
                  <a:pt x="5104" y="185"/>
                </a:lnTo>
                <a:lnTo>
                  <a:pt x="5104" y="186"/>
                </a:lnTo>
                <a:lnTo>
                  <a:pt x="5104" y="191"/>
                </a:lnTo>
                <a:lnTo>
                  <a:pt x="5104" y="192"/>
                </a:lnTo>
                <a:lnTo>
                  <a:pt x="5103" y="197"/>
                </a:lnTo>
                <a:lnTo>
                  <a:pt x="5103" y="197"/>
                </a:lnTo>
                <a:lnTo>
                  <a:pt x="5101" y="203"/>
                </a:lnTo>
                <a:lnTo>
                  <a:pt x="5101" y="203"/>
                </a:lnTo>
                <a:lnTo>
                  <a:pt x="5100" y="208"/>
                </a:lnTo>
                <a:lnTo>
                  <a:pt x="5099" y="209"/>
                </a:lnTo>
                <a:lnTo>
                  <a:pt x="5097" y="213"/>
                </a:lnTo>
                <a:lnTo>
                  <a:pt x="5097" y="214"/>
                </a:lnTo>
                <a:lnTo>
                  <a:pt x="5095" y="219"/>
                </a:lnTo>
                <a:lnTo>
                  <a:pt x="5095" y="219"/>
                </a:lnTo>
                <a:lnTo>
                  <a:pt x="5092" y="224"/>
                </a:lnTo>
                <a:lnTo>
                  <a:pt x="5092" y="224"/>
                </a:lnTo>
                <a:lnTo>
                  <a:pt x="5088" y="228"/>
                </a:lnTo>
                <a:lnTo>
                  <a:pt x="5088" y="228"/>
                </a:lnTo>
                <a:lnTo>
                  <a:pt x="5085" y="232"/>
                </a:lnTo>
                <a:lnTo>
                  <a:pt x="5084" y="233"/>
                </a:lnTo>
                <a:lnTo>
                  <a:pt x="5081" y="236"/>
                </a:lnTo>
                <a:lnTo>
                  <a:pt x="5080" y="237"/>
                </a:lnTo>
                <a:lnTo>
                  <a:pt x="5076" y="240"/>
                </a:lnTo>
                <a:lnTo>
                  <a:pt x="5076" y="240"/>
                </a:lnTo>
                <a:lnTo>
                  <a:pt x="5072" y="244"/>
                </a:lnTo>
                <a:lnTo>
                  <a:pt x="5071" y="244"/>
                </a:lnTo>
                <a:lnTo>
                  <a:pt x="5067" y="247"/>
                </a:lnTo>
                <a:lnTo>
                  <a:pt x="5066" y="247"/>
                </a:lnTo>
                <a:lnTo>
                  <a:pt x="5062" y="249"/>
                </a:lnTo>
                <a:lnTo>
                  <a:pt x="5061" y="250"/>
                </a:lnTo>
                <a:lnTo>
                  <a:pt x="5056" y="252"/>
                </a:lnTo>
                <a:lnTo>
                  <a:pt x="5056" y="252"/>
                </a:lnTo>
                <a:lnTo>
                  <a:pt x="5050" y="254"/>
                </a:lnTo>
                <a:lnTo>
                  <a:pt x="5049" y="254"/>
                </a:lnTo>
                <a:lnTo>
                  <a:pt x="5042" y="256"/>
                </a:lnTo>
                <a:lnTo>
                  <a:pt x="5042" y="256"/>
                </a:lnTo>
                <a:lnTo>
                  <a:pt x="5033" y="257"/>
                </a:lnTo>
                <a:lnTo>
                  <a:pt x="5033" y="257"/>
                </a:lnTo>
                <a:lnTo>
                  <a:pt x="5023" y="258"/>
                </a:lnTo>
                <a:lnTo>
                  <a:pt x="5023" y="258"/>
                </a:lnTo>
                <a:lnTo>
                  <a:pt x="5012" y="259"/>
                </a:lnTo>
                <a:lnTo>
                  <a:pt x="5012" y="259"/>
                </a:lnTo>
                <a:lnTo>
                  <a:pt x="4999" y="260"/>
                </a:lnTo>
                <a:lnTo>
                  <a:pt x="4999" y="260"/>
                </a:lnTo>
                <a:lnTo>
                  <a:pt x="4971" y="260"/>
                </a:lnTo>
                <a:lnTo>
                  <a:pt x="4971" y="260"/>
                </a:lnTo>
                <a:lnTo>
                  <a:pt x="4913" y="260"/>
                </a:lnTo>
                <a:lnTo>
                  <a:pt x="4911" y="260"/>
                </a:lnTo>
                <a:lnTo>
                  <a:pt x="4909" y="259"/>
                </a:lnTo>
                <a:lnTo>
                  <a:pt x="4908" y="258"/>
                </a:lnTo>
                <a:lnTo>
                  <a:pt x="4907" y="257"/>
                </a:lnTo>
                <a:lnTo>
                  <a:pt x="4907" y="255"/>
                </a:lnTo>
                <a:lnTo>
                  <a:pt x="4907" y="104"/>
                </a:lnTo>
                <a:lnTo>
                  <a:pt x="4906" y="104"/>
                </a:lnTo>
                <a:close/>
                <a:moveTo>
                  <a:pt x="5320" y="16"/>
                </a:moveTo>
                <a:lnTo>
                  <a:pt x="5320" y="14"/>
                </a:lnTo>
                <a:lnTo>
                  <a:pt x="5321" y="12"/>
                </a:lnTo>
                <a:lnTo>
                  <a:pt x="5322" y="11"/>
                </a:lnTo>
                <a:lnTo>
                  <a:pt x="5324" y="10"/>
                </a:lnTo>
                <a:lnTo>
                  <a:pt x="5326" y="10"/>
                </a:lnTo>
                <a:lnTo>
                  <a:pt x="5715" y="10"/>
                </a:lnTo>
                <a:lnTo>
                  <a:pt x="5717" y="10"/>
                </a:lnTo>
                <a:lnTo>
                  <a:pt x="5719" y="11"/>
                </a:lnTo>
                <a:lnTo>
                  <a:pt x="5720" y="12"/>
                </a:lnTo>
                <a:lnTo>
                  <a:pt x="5721" y="14"/>
                </a:lnTo>
                <a:lnTo>
                  <a:pt x="5721" y="16"/>
                </a:lnTo>
                <a:lnTo>
                  <a:pt x="5721" y="104"/>
                </a:lnTo>
                <a:lnTo>
                  <a:pt x="5721" y="106"/>
                </a:lnTo>
                <a:lnTo>
                  <a:pt x="5720" y="108"/>
                </a:lnTo>
                <a:lnTo>
                  <a:pt x="5719" y="109"/>
                </a:lnTo>
                <a:lnTo>
                  <a:pt x="5717" y="110"/>
                </a:lnTo>
                <a:lnTo>
                  <a:pt x="5715" y="110"/>
                </a:lnTo>
                <a:lnTo>
                  <a:pt x="5432" y="110"/>
                </a:lnTo>
                <a:lnTo>
                  <a:pt x="5438" y="104"/>
                </a:lnTo>
                <a:lnTo>
                  <a:pt x="5438" y="221"/>
                </a:lnTo>
                <a:lnTo>
                  <a:pt x="5432" y="215"/>
                </a:lnTo>
                <a:lnTo>
                  <a:pt x="5696" y="215"/>
                </a:lnTo>
                <a:lnTo>
                  <a:pt x="5697" y="216"/>
                </a:lnTo>
                <a:lnTo>
                  <a:pt x="5699" y="216"/>
                </a:lnTo>
                <a:lnTo>
                  <a:pt x="5700" y="217"/>
                </a:lnTo>
                <a:lnTo>
                  <a:pt x="5701" y="219"/>
                </a:lnTo>
                <a:lnTo>
                  <a:pt x="5701" y="221"/>
                </a:lnTo>
                <a:lnTo>
                  <a:pt x="5701" y="310"/>
                </a:lnTo>
                <a:lnTo>
                  <a:pt x="5701" y="312"/>
                </a:lnTo>
                <a:lnTo>
                  <a:pt x="5700" y="313"/>
                </a:lnTo>
                <a:lnTo>
                  <a:pt x="5699" y="314"/>
                </a:lnTo>
                <a:lnTo>
                  <a:pt x="5697" y="315"/>
                </a:lnTo>
                <a:lnTo>
                  <a:pt x="5695" y="315"/>
                </a:lnTo>
                <a:lnTo>
                  <a:pt x="5432" y="315"/>
                </a:lnTo>
                <a:lnTo>
                  <a:pt x="5438" y="310"/>
                </a:lnTo>
                <a:lnTo>
                  <a:pt x="5438" y="453"/>
                </a:lnTo>
                <a:lnTo>
                  <a:pt x="5432" y="447"/>
                </a:lnTo>
                <a:lnTo>
                  <a:pt x="5725" y="447"/>
                </a:lnTo>
                <a:lnTo>
                  <a:pt x="5727" y="447"/>
                </a:lnTo>
                <a:lnTo>
                  <a:pt x="5729" y="448"/>
                </a:lnTo>
                <a:lnTo>
                  <a:pt x="5730" y="449"/>
                </a:lnTo>
                <a:lnTo>
                  <a:pt x="5731" y="451"/>
                </a:lnTo>
                <a:lnTo>
                  <a:pt x="5731" y="453"/>
                </a:lnTo>
                <a:lnTo>
                  <a:pt x="5731" y="541"/>
                </a:lnTo>
                <a:lnTo>
                  <a:pt x="5731" y="543"/>
                </a:lnTo>
                <a:lnTo>
                  <a:pt x="5730" y="545"/>
                </a:lnTo>
                <a:lnTo>
                  <a:pt x="5729" y="546"/>
                </a:lnTo>
                <a:lnTo>
                  <a:pt x="5727" y="547"/>
                </a:lnTo>
                <a:lnTo>
                  <a:pt x="5725" y="547"/>
                </a:lnTo>
                <a:lnTo>
                  <a:pt x="5326" y="547"/>
                </a:lnTo>
                <a:lnTo>
                  <a:pt x="5324" y="547"/>
                </a:lnTo>
                <a:lnTo>
                  <a:pt x="5322" y="546"/>
                </a:lnTo>
                <a:lnTo>
                  <a:pt x="5321" y="545"/>
                </a:lnTo>
                <a:lnTo>
                  <a:pt x="5320" y="543"/>
                </a:lnTo>
                <a:lnTo>
                  <a:pt x="5320" y="541"/>
                </a:lnTo>
                <a:lnTo>
                  <a:pt x="5320" y="16"/>
                </a:lnTo>
                <a:close/>
                <a:moveTo>
                  <a:pt x="5331" y="541"/>
                </a:moveTo>
                <a:lnTo>
                  <a:pt x="5326" y="536"/>
                </a:lnTo>
                <a:lnTo>
                  <a:pt x="5725" y="536"/>
                </a:lnTo>
                <a:lnTo>
                  <a:pt x="5720" y="541"/>
                </a:lnTo>
                <a:lnTo>
                  <a:pt x="5720" y="453"/>
                </a:lnTo>
                <a:lnTo>
                  <a:pt x="5725" y="458"/>
                </a:lnTo>
                <a:lnTo>
                  <a:pt x="5432" y="458"/>
                </a:lnTo>
                <a:lnTo>
                  <a:pt x="5430" y="458"/>
                </a:lnTo>
                <a:lnTo>
                  <a:pt x="5429" y="457"/>
                </a:lnTo>
                <a:lnTo>
                  <a:pt x="5427" y="456"/>
                </a:lnTo>
                <a:lnTo>
                  <a:pt x="5427" y="454"/>
                </a:lnTo>
                <a:lnTo>
                  <a:pt x="5426" y="453"/>
                </a:lnTo>
                <a:lnTo>
                  <a:pt x="5426" y="310"/>
                </a:lnTo>
                <a:lnTo>
                  <a:pt x="5427" y="308"/>
                </a:lnTo>
                <a:lnTo>
                  <a:pt x="5427" y="306"/>
                </a:lnTo>
                <a:lnTo>
                  <a:pt x="5429" y="305"/>
                </a:lnTo>
                <a:lnTo>
                  <a:pt x="5430" y="304"/>
                </a:lnTo>
                <a:lnTo>
                  <a:pt x="5432" y="304"/>
                </a:lnTo>
                <a:lnTo>
                  <a:pt x="5695" y="304"/>
                </a:lnTo>
                <a:lnTo>
                  <a:pt x="5690" y="310"/>
                </a:lnTo>
                <a:lnTo>
                  <a:pt x="5690" y="221"/>
                </a:lnTo>
                <a:lnTo>
                  <a:pt x="5695" y="226"/>
                </a:lnTo>
                <a:lnTo>
                  <a:pt x="5432" y="226"/>
                </a:lnTo>
                <a:lnTo>
                  <a:pt x="5430" y="226"/>
                </a:lnTo>
                <a:lnTo>
                  <a:pt x="5429" y="225"/>
                </a:lnTo>
                <a:lnTo>
                  <a:pt x="5427" y="224"/>
                </a:lnTo>
                <a:lnTo>
                  <a:pt x="5427" y="223"/>
                </a:lnTo>
                <a:lnTo>
                  <a:pt x="5426" y="221"/>
                </a:lnTo>
                <a:lnTo>
                  <a:pt x="5426" y="104"/>
                </a:lnTo>
                <a:lnTo>
                  <a:pt x="5427" y="103"/>
                </a:lnTo>
                <a:lnTo>
                  <a:pt x="5427" y="101"/>
                </a:lnTo>
                <a:lnTo>
                  <a:pt x="5429" y="100"/>
                </a:lnTo>
                <a:lnTo>
                  <a:pt x="5430" y="99"/>
                </a:lnTo>
                <a:lnTo>
                  <a:pt x="5432" y="99"/>
                </a:lnTo>
                <a:lnTo>
                  <a:pt x="5715" y="99"/>
                </a:lnTo>
                <a:lnTo>
                  <a:pt x="5710" y="104"/>
                </a:lnTo>
                <a:lnTo>
                  <a:pt x="5710" y="16"/>
                </a:lnTo>
                <a:lnTo>
                  <a:pt x="5715" y="21"/>
                </a:lnTo>
                <a:lnTo>
                  <a:pt x="5326" y="21"/>
                </a:lnTo>
                <a:lnTo>
                  <a:pt x="5331" y="16"/>
                </a:lnTo>
                <a:lnTo>
                  <a:pt x="5331" y="541"/>
                </a:lnTo>
                <a:lnTo>
                  <a:pt x="5331" y="541"/>
                </a:lnTo>
                <a:close/>
              </a:path>
            </a:pathLst>
          </a:custGeom>
          <a:solidFill>
            <a:srgbClr val="FFFFFF">
              <a:alpha val="45000"/>
            </a:srgb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chemeClr val="tx1">
                  <a:alpha val="4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序号"/>
          <p:cNvSpPr txBox="1"/>
          <p:nvPr>
            <p:custDataLst>
              <p:tags r:id="rId1"/>
            </p:custDataLst>
          </p:nvPr>
        </p:nvSpPr>
        <p:spPr>
          <a:xfrm>
            <a:off x="2444255" y="2628670"/>
            <a:ext cx="1825200" cy="138960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8800" b="1" dirty="0">
                <a:ln w="19050">
                  <a:gradFill>
                    <a:gsLst>
                      <a:gs pos="30000">
                        <a:schemeClr val="accent1">
                          <a:alpha val="0"/>
                          <a:lumMod val="5000"/>
                          <a:lumOff val="95000"/>
                        </a:schemeClr>
                      </a:gs>
                      <a:gs pos="100000">
                        <a:schemeClr val="accent1">
                          <a:alpha val="100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n-ea"/>
              </a:rPr>
              <a:t>01</a:t>
            </a:r>
            <a:endParaRPr lang="en-US" sz="8800" b="1" dirty="0">
              <a:ln w="19050">
                <a:gradFill>
                  <a:gsLst>
                    <a:gs pos="30000">
                      <a:schemeClr val="accent1">
                        <a:alpha val="0"/>
                        <a:lumMod val="5000"/>
                        <a:lumOff val="95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16200000" scaled="0"/>
                </a:gradFill>
              </a:ln>
              <a:noFill/>
              <a:latin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2"/>
            </p:custDataLst>
          </p:nvPr>
        </p:nvSpPr>
        <p:spPr>
          <a:xfrm>
            <a:off x="2075180" y="3528670"/>
            <a:ext cx="2563350" cy="9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800" b="1" spc="300" dirty="0">
                <a:solidFill>
                  <a:srgbClr val="FFFFFF"/>
                </a:solidFill>
                <a:latin typeface="+mn-ea"/>
              </a:rPr>
              <a:t>语言介绍</a:t>
            </a:r>
            <a:endParaRPr lang="zh-CN" altLang="en-US" sz="2800" b="1" spc="300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3105713" y="4561840"/>
            <a:ext cx="502285" cy="0"/>
          </a:xfrm>
          <a:prstGeom prst="line">
            <a:avLst/>
          </a:prstGeom>
          <a:ln w="9525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6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序号"/>
          <p:cNvSpPr txBox="1"/>
          <p:nvPr>
            <p:custDataLst>
              <p:tags r:id="rId4"/>
            </p:custDataLst>
          </p:nvPr>
        </p:nvSpPr>
        <p:spPr>
          <a:xfrm>
            <a:off x="5228356" y="2628670"/>
            <a:ext cx="1825200" cy="138960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8800" b="1" dirty="0">
                <a:ln w="19050">
                  <a:gradFill>
                    <a:gsLst>
                      <a:gs pos="30000">
                        <a:schemeClr val="accent1">
                          <a:alpha val="0"/>
                          <a:lumMod val="5000"/>
                          <a:lumOff val="95000"/>
                        </a:schemeClr>
                      </a:gs>
                      <a:gs pos="100000">
                        <a:schemeClr val="accent1">
                          <a:alpha val="100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n-ea"/>
              </a:rPr>
              <a:t>02</a:t>
            </a:r>
            <a:endParaRPr lang="en-US" sz="8800" b="1" dirty="0">
              <a:ln w="19050">
                <a:gradFill>
                  <a:gsLst>
                    <a:gs pos="30000">
                      <a:schemeClr val="accent1">
                        <a:alpha val="0"/>
                        <a:lumMod val="5000"/>
                        <a:lumOff val="95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16200000" scaled="0"/>
                </a:gradFill>
              </a:ln>
              <a:noFill/>
              <a:latin typeface="+mn-ea"/>
            </a:endParaRPr>
          </a:p>
        </p:txBody>
      </p:sp>
      <p:sp>
        <p:nvSpPr>
          <p:cNvPr id="10" name="项标题"/>
          <p:cNvSpPr txBox="1"/>
          <p:nvPr>
            <p:custDataLst>
              <p:tags r:id="rId5"/>
            </p:custDataLst>
          </p:nvPr>
        </p:nvSpPr>
        <p:spPr>
          <a:xfrm>
            <a:off x="4859281" y="3528670"/>
            <a:ext cx="2563350" cy="9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800" b="1" spc="300" dirty="0">
                <a:solidFill>
                  <a:srgbClr val="FFFFFF"/>
                </a:solidFill>
                <a:latin typeface="+mn-ea"/>
              </a:rPr>
              <a:t>语法详解</a:t>
            </a:r>
            <a:r>
              <a:rPr lang="en-US" altLang="zh-CN" sz="2800" b="1" spc="300" dirty="0">
                <a:solidFill>
                  <a:srgbClr val="FFFFFF"/>
                </a:solidFill>
                <a:latin typeface="+mn-ea"/>
              </a:rPr>
              <a:t>/</a:t>
            </a:r>
            <a:r>
              <a:rPr lang="zh-CN" altLang="en-US" sz="2800" b="1" spc="300" dirty="0">
                <a:solidFill>
                  <a:srgbClr val="FFFFFF"/>
                </a:solidFill>
                <a:latin typeface="+mn-ea"/>
              </a:rPr>
              <a:t>标准库</a:t>
            </a:r>
            <a:r>
              <a:rPr lang="zh-CN" altLang="en-US" sz="2800" b="1" spc="300" dirty="0">
                <a:solidFill>
                  <a:srgbClr val="FFFFFF"/>
                </a:solidFill>
                <a:latin typeface="+mn-ea"/>
              </a:rPr>
              <a:t>参考</a:t>
            </a:r>
            <a:endParaRPr lang="zh-CN" altLang="en-US" sz="2800" b="1" spc="300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6"/>
            </p:custDataLst>
          </p:nvPr>
        </p:nvCxnSpPr>
        <p:spPr>
          <a:xfrm>
            <a:off x="5889814" y="4561840"/>
            <a:ext cx="502285" cy="0"/>
          </a:xfrm>
          <a:prstGeom prst="line">
            <a:avLst/>
          </a:prstGeom>
          <a:ln w="9525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6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序号"/>
          <p:cNvSpPr txBox="1"/>
          <p:nvPr>
            <p:custDataLst>
              <p:tags r:id="rId7"/>
            </p:custDataLst>
          </p:nvPr>
        </p:nvSpPr>
        <p:spPr>
          <a:xfrm>
            <a:off x="8012457" y="2628670"/>
            <a:ext cx="1825200" cy="138960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8800" b="1" dirty="0">
                <a:ln w="19050">
                  <a:gradFill>
                    <a:gsLst>
                      <a:gs pos="30000">
                        <a:schemeClr val="accent1">
                          <a:alpha val="0"/>
                          <a:lumMod val="5000"/>
                          <a:lumOff val="95000"/>
                        </a:schemeClr>
                      </a:gs>
                      <a:gs pos="100000">
                        <a:schemeClr val="accent1">
                          <a:alpha val="100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n-ea"/>
              </a:rPr>
              <a:t>03</a:t>
            </a:r>
            <a:endParaRPr lang="en-US" sz="8800" b="1" dirty="0">
              <a:ln w="19050">
                <a:gradFill>
                  <a:gsLst>
                    <a:gs pos="30000">
                      <a:schemeClr val="accent1">
                        <a:alpha val="0"/>
                        <a:lumMod val="5000"/>
                        <a:lumOff val="95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16200000" scaled="0"/>
                </a:gradFill>
              </a:ln>
              <a:noFill/>
              <a:latin typeface="+mn-ea"/>
            </a:endParaRPr>
          </a:p>
        </p:txBody>
      </p:sp>
      <p:sp>
        <p:nvSpPr>
          <p:cNvPr id="14" name="项标题"/>
          <p:cNvSpPr txBox="1"/>
          <p:nvPr>
            <p:custDataLst>
              <p:tags r:id="rId8"/>
            </p:custDataLst>
          </p:nvPr>
        </p:nvSpPr>
        <p:spPr>
          <a:xfrm>
            <a:off x="7701167" y="3528670"/>
            <a:ext cx="2563350" cy="9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800" b="1" spc="300" dirty="0">
                <a:solidFill>
                  <a:srgbClr val="FFFFFF"/>
                </a:solidFill>
                <a:latin typeface="+mn-ea"/>
              </a:rPr>
              <a:t>致谢</a:t>
            </a:r>
            <a:endParaRPr lang="zh-CN" altLang="en-US" sz="2800" b="1" spc="300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9"/>
            </p:custDataLst>
          </p:nvPr>
        </p:nvCxnSpPr>
        <p:spPr>
          <a:xfrm>
            <a:off x="8673915" y="4561840"/>
            <a:ext cx="502285" cy="0"/>
          </a:xfrm>
          <a:prstGeom prst="line">
            <a:avLst/>
          </a:prstGeom>
          <a:ln w="9525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6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0"/>
            </p:custDataLst>
          </p:nvPr>
        </p:nvCxnSpPr>
        <p:spPr>
          <a:xfrm>
            <a:off x="11458015" y="4561840"/>
            <a:ext cx="502285" cy="0"/>
          </a:xfrm>
          <a:prstGeom prst="line">
            <a:avLst/>
          </a:prstGeom>
          <a:ln w="9525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6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任意多边形: 形状 8"/>
          <p:cNvSpPr/>
          <p:nvPr>
            <p:custDataLst>
              <p:tags r:id="rId12"/>
            </p:custDataLst>
          </p:nvPr>
        </p:nvSpPr>
        <p:spPr>
          <a:xfrm>
            <a:off x="2678691" y="1010552"/>
            <a:ext cx="3984116" cy="560984"/>
          </a:xfrm>
          <a:custGeom>
            <a:avLst/>
            <a:gdLst/>
            <a:ahLst/>
            <a:cxnLst/>
            <a:rect l="l" t="t" r="r" b="b"/>
            <a:pathLst>
              <a:path w="3984116" h="560984">
                <a:moveTo>
                  <a:pt x="780364" y="119329"/>
                </a:moveTo>
                <a:cubicBezTo>
                  <a:pt x="741044" y="119329"/>
                  <a:pt x="710183" y="133502"/>
                  <a:pt x="687781" y="161849"/>
                </a:cubicBezTo>
                <a:cubicBezTo>
                  <a:pt x="665378" y="190195"/>
                  <a:pt x="654176" y="229743"/>
                  <a:pt x="654176" y="280492"/>
                </a:cubicBezTo>
                <a:cubicBezTo>
                  <a:pt x="654176" y="331241"/>
                  <a:pt x="665378" y="370789"/>
                  <a:pt x="687781" y="399136"/>
                </a:cubicBezTo>
                <a:cubicBezTo>
                  <a:pt x="710183" y="427482"/>
                  <a:pt x="741044" y="441655"/>
                  <a:pt x="780364" y="441655"/>
                </a:cubicBezTo>
                <a:cubicBezTo>
                  <a:pt x="819683" y="441655"/>
                  <a:pt x="850544" y="427482"/>
                  <a:pt x="872947" y="399136"/>
                </a:cubicBezTo>
                <a:cubicBezTo>
                  <a:pt x="895349" y="370789"/>
                  <a:pt x="906551" y="331241"/>
                  <a:pt x="906551" y="280492"/>
                </a:cubicBezTo>
                <a:cubicBezTo>
                  <a:pt x="906551" y="229743"/>
                  <a:pt x="895349" y="190195"/>
                  <a:pt x="872947" y="161849"/>
                </a:cubicBezTo>
                <a:cubicBezTo>
                  <a:pt x="850544" y="133502"/>
                  <a:pt x="819683" y="119329"/>
                  <a:pt x="780364" y="119329"/>
                </a:cubicBezTo>
                <a:close/>
                <a:moveTo>
                  <a:pt x="3086023" y="9601"/>
                </a:moveTo>
                <a:lnTo>
                  <a:pt x="3511219" y="9601"/>
                </a:lnTo>
                <a:lnTo>
                  <a:pt x="3511219" y="128930"/>
                </a:lnTo>
                <a:lnTo>
                  <a:pt x="3362400" y="128930"/>
                </a:lnTo>
                <a:lnTo>
                  <a:pt x="3362400" y="551383"/>
                </a:lnTo>
                <a:lnTo>
                  <a:pt x="3234842" y="551383"/>
                </a:lnTo>
                <a:lnTo>
                  <a:pt x="3234842" y="128930"/>
                </a:lnTo>
                <a:lnTo>
                  <a:pt x="3086023" y="128930"/>
                </a:lnTo>
                <a:close/>
                <a:moveTo>
                  <a:pt x="2567787" y="9601"/>
                </a:moveTo>
                <a:lnTo>
                  <a:pt x="2684373" y="9601"/>
                </a:lnTo>
                <a:lnTo>
                  <a:pt x="2892170" y="316840"/>
                </a:lnTo>
                <a:lnTo>
                  <a:pt x="2896285" y="316840"/>
                </a:lnTo>
                <a:lnTo>
                  <a:pt x="2896285" y="9601"/>
                </a:lnTo>
                <a:lnTo>
                  <a:pt x="3023844" y="9601"/>
                </a:lnTo>
                <a:lnTo>
                  <a:pt x="3023844" y="551383"/>
                </a:lnTo>
                <a:lnTo>
                  <a:pt x="2914116" y="551383"/>
                </a:lnTo>
                <a:lnTo>
                  <a:pt x="2699461" y="244145"/>
                </a:lnTo>
                <a:lnTo>
                  <a:pt x="2695346" y="244145"/>
                </a:lnTo>
                <a:lnTo>
                  <a:pt x="2695346" y="551383"/>
                </a:lnTo>
                <a:lnTo>
                  <a:pt x="2567787" y="551383"/>
                </a:lnTo>
                <a:close/>
                <a:moveTo>
                  <a:pt x="2120112" y="9601"/>
                </a:moveTo>
                <a:lnTo>
                  <a:pt x="2488387" y="9601"/>
                </a:lnTo>
                <a:lnTo>
                  <a:pt x="2488387" y="124816"/>
                </a:lnTo>
                <a:lnTo>
                  <a:pt x="2247670" y="124816"/>
                </a:lnTo>
                <a:lnTo>
                  <a:pt x="2247670" y="219456"/>
                </a:lnTo>
                <a:lnTo>
                  <a:pt x="2475356" y="219456"/>
                </a:lnTo>
                <a:lnTo>
                  <a:pt x="2475356" y="334670"/>
                </a:lnTo>
                <a:lnTo>
                  <a:pt x="2247670" y="334670"/>
                </a:lnTo>
                <a:lnTo>
                  <a:pt x="2247670" y="436169"/>
                </a:lnTo>
                <a:lnTo>
                  <a:pt x="2496616" y="436169"/>
                </a:lnTo>
                <a:lnTo>
                  <a:pt x="2496616" y="551383"/>
                </a:lnTo>
                <a:lnTo>
                  <a:pt x="2120112" y="551383"/>
                </a:lnTo>
                <a:close/>
                <a:moveTo>
                  <a:pt x="1628698" y="9601"/>
                </a:moveTo>
                <a:lnTo>
                  <a:pt x="2053894" y="9601"/>
                </a:lnTo>
                <a:lnTo>
                  <a:pt x="2053894" y="128930"/>
                </a:lnTo>
                <a:lnTo>
                  <a:pt x="1905075" y="128930"/>
                </a:lnTo>
                <a:lnTo>
                  <a:pt x="1905075" y="551383"/>
                </a:lnTo>
                <a:lnTo>
                  <a:pt x="1777517" y="551383"/>
                </a:lnTo>
                <a:lnTo>
                  <a:pt x="1777517" y="128930"/>
                </a:lnTo>
                <a:lnTo>
                  <a:pt x="1628698" y="128930"/>
                </a:lnTo>
                <a:close/>
                <a:moveTo>
                  <a:pt x="1110462" y="9601"/>
                </a:moveTo>
                <a:lnTo>
                  <a:pt x="1227048" y="9601"/>
                </a:lnTo>
                <a:lnTo>
                  <a:pt x="1434845" y="316840"/>
                </a:lnTo>
                <a:lnTo>
                  <a:pt x="1438960" y="316840"/>
                </a:lnTo>
                <a:lnTo>
                  <a:pt x="1438960" y="9601"/>
                </a:lnTo>
                <a:lnTo>
                  <a:pt x="1566519" y="9601"/>
                </a:lnTo>
                <a:lnTo>
                  <a:pt x="1566519" y="551383"/>
                </a:lnTo>
                <a:lnTo>
                  <a:pt x="1456791" y="551383"/>
                </a:lnTo>
                <a:lnTo>
                  <a:pt x="1242135" y="244145"/>
                </a:lnTo>
                <a:lnTo>
                  <a:pt x="1238021" y="244145"/>
                </a:lnTo>
                <a:lnTo>
                  <a:pt x="1238021" y="551383"/>
                </a:lnTo>
                <a:lnTo>
                  <a:pt x="1110462" y="551383"/>
                </a:lnTo>
                <a:close/>
                <a:moveTo>
                  <a:pt x="3773576" y="0"/>
                </a:moveTo>
                <a:cubicBezTo>
                  <a:pt x="3871417" y="0"/>
                  <a:pt x="3941597" y="43891"/>
                  <a:pt x="3984116" y="131674"/>
                </a:cubicBezTo>
                <a:lnTo>
                  <a:pt x="3874388" y="182423"/>
                </a:lnTo>
                <a:cubicBezTo>
                  <a:pt x="3862959" y="158191"/>
                  <a:pt x="3849014" y="140932"/>
                  <a:pt x="3832555" y="130645"/>
                </a:cubicBezTo>
                <a:cubicBezTo>
                  <a:pt x="3816095" y="120358"/>
                  <a:pt x="3795979" y="115214"/>
                  <a:pt x="3772204" y="115214"/>
                </a:cubicBezTo>
                <a:cubicBezTo>
                  <a:pt x="3750716" y="115214"/>
                  <a:pt x="3732542" y="119901"/>
                  <a:pt x="3717683" y="129273"/>
                </a:cubicBezTo>
                <a:cubicBezTo>
                  <a:pt x="3702824" y="138646"/>
                  <a:pt x="3695395" y="150419"/>
                  <a:pt x="3695395" y="164592"/>
                </a:cubicBezTo>
                <a:cubicBezTo>
                  <a:pt x="3695395" y="174193"/>
                  <a:pt x="3698252" y="182080"/>
                  <a:pt x="3703967" y="188252"/>
                </a:cubicBezTo>
                <a:cubicBezTo>
                  <a:pt x="3709682" y="194424"/>
                  <a:pt x="3719626" y="200482"/>
                  <a:pt x="3733799" y="206426"/>
                </a:cubicBezTo>
                <a:cubicBezTo>
                  <a:pt x="3747973" y="212369"/>
                  <a:pt x="3769004" y="218999"/>
                  <a:pt x="3796893" y="226314"/>
                </a:cubicBezTo>
                <a:cubicBezTo>
                  <a:pt x="3833012" y="235458"/>
                  <a:pt x="3863416" y="245173"/>
                  <a:pt x="3888104" y="255460"/>
                </a:cubicBezTo>
                <a:cubicBezTo>
                  <a:pt x="3912793" y="265747"/>
                  <a:pt x="3934510" y="281864"/>
                  <a:pt x="3953255" y="303809"/>
                </a:cubicBezTo>
                <a:cubicBezTo>
                  <a:pt x="3972001" y="325755"/>
                  <a:pt x="3981373" y="355016"/>
                  <a:pt x="3981373" y="391592"/>
                </a:cubicBezTo>
                <a:cubicBezTo>
                  <a:pt x="3981373" y="425425"/>
                  <a:pt x="3972230" y="455143"/>
                  <a:pt x="3953941" y="480746"/>
                </a:cubicBezTo>
                <a:cubicBezTo>
                  <a:pt x="3935653" y="506349"/>
                  <a:pt x="3910164" y="526123"/>
                  <a:pt x="3877475" y="540067"/>
                </a:cubicBezTo>
                <a:cubicBezTo>
                  <a:pt x="3844785" y="554012"/>
                  <a:pt x="3807409" y="560984"/>
                  <a:pt x="3765346" y="560984"/>
                </a:cubicBezTo>
                <a:cubicBezTo>
                  <a:pt x="3713683" y="560984"/>
                  <a:pt x="3668763" y="548526"/>
                  <a:pt x="3630586" y="523608"/>
                </a:cubicBezTo>
                <a:cubicBezTo>
                  <a:pt x="3592410" y="498691"/>
                  <a:pt x="3564178" y="465658"/>
                  <a:pt x="3545890" y="424510"/>
                </a:cubicBezTo>
                <a:lnTo>
                  <a:pt x="3656304" y="374447"/>
                </a:lnTo>
                <a:cubicBezTo>
                  <a:pt x="3665448" y="398221"/>
                  <a:pt x="3679621" y="416052"/>
                  <a:pt x="3698824" y="427939"/>
                </a:cubicBezTo>
                <a:cubicBezTo>
                  <a:pt x="3718026" y="439826"/>
                  <a:pt x="3740429" y="445770"/>
                  <a:pt x="3766032" y="445770"/>
                </a:cubicBezTo>
                <a:cubicBezTo>
                  <a:pt x="3792092" y="445770"/>
                  <a:pt x="3812781" y="441541"/>
                  <a:pt x="3828097" y="433083"/>
                </a:cubicBezTo>
                <a:cubicBezTo>
                  <a:pt x="3843413" y="424624"/>
                  <a:pt x="3851071" y="413080"/>
                  <a:pt x="3851071" y="398450"/>
                </a:cubicBezTo>
                <a:cubicBezTo>
                  <a:pt x="3851071" y="388391"/>
                  <a:pt x="3848328" y="379933"/>
                  <a:pt x="3842841" y="373075"/>
                </a:cubicBezTo>
                <a:cubicBezTo>
                  <a:pt x="3837355" y="366217"/>
                  <a:pt x="3827411" y="359702"/>
                  <a:pt x="3813009" y="353530"/>
                </a:cubicBezTo>
                <a:cubicBezTo>
                  <a:pt x="3798608" y="347358"/>
                  <a:pt x="3777691" y="340614"/>
                  <a:pt x="3750258" y="333299"/>
                </a:cubicBezTo>
                <a:cubicBezTo>
                  <a:pt x="3713225" y="323240"/>
                  <a:pt x="3682479" y="313068"/>
                  <a:pt x="3658018" y="302781"/>
                </a:cubicBezTo>
                <a:cubicBezTo>
                  <a:pt x="3633558" y="292494"/>
                  <a:pt x="3611956" y="276263"/>
                  <a:pt x="3593210" y="254089"/>
                </a:cubicBezTo>
                <a:cubicBezTo>
                  <a:pt x="3574465" y="231915"/>
                  <a:pt x="3565092" y="202768"/>
                  <a:pt x="3565092" y="166649"/>
                </a:cubicBezTo>
                <a:cubicBezTo>
                  <a:pt x="3565092" y="134645"/>
                  <a:pt x="3574351" y="105956"/>
                  <a:pt x="3592868" y="80581"/>
                </a:cubicBezTo>
                <a:cubicBezTo>
                  <a:pt x="3611384" y="55207"/>
                  <a:pt x="3636530" y="35433"/>
                  <a:pt x="3668305" y="21260"/>
                </a:cubicBezTo>
                <a:cubicBezTo>
                  <a:pt x="3700081" y="7086"/>
                  <a:pt x="3735171" y="0"/>
                  <a:pt x="3773576" y="0"/>
                </a:cubicBezTo>
                <a:close/>
                <a:moveTo>
                  <a:pt x="780364" y="0"/>
                </a:moveTo>
                <a:cubicBezTo>
                  <a:pt x="832942" y="0"/>
                  <a:pt x="878433" y="11201"/>
                  <a:pt x="916838" y="33604"/>
                </a:cubicBezTo>
                <a:cubicBezTo>
                  <a:pt x="955243" y="56007"/>
                  <a:pt x="984846" y="88239"/>
                  <a:pt x="1005649" y="130302"/>
                </a:cubicBezTo>
                <a:cubicBezTo>
                  <a:pt x="1026451" y="172364"/>
                  <a:pt x="1036853" y="222428"/>
                  <a:pt x="1036853" y="280492"/>
                </a:cubicBezTo>
                <a:cubicBezTo>
                  <a:pt x="1036853" y="338557"/>
                  <a:pt x="1026451" y="388620"/>
                  <a:pt x="1005649" y="430682"/>
                </a:cubicBezTo>
                <a:cubicBezTo>
                  <a:pt x="984846" y="472745"/>
                  <a:pt x="955243" y="504977"/>
                  <a:pt x="916838" y="527380"/>
                </a:cubicBezTo>
                <a:cubicBezTo>
                  <a:pt x="878433" y="549783"/>
                  <a:pt x="832942" y="560984"/>
                  <a:pt x="780364" y="560984"/>
                </a:cubicBezTo>
                <a:cubicBezTo>
                  <a:pt x="727786" y="560984"/>
                  <a:pt x="682294" y="549783"/>
                  <a:pt x="643889" y="527380"/>
                </a:cubicBezTo>
                <a:cubicBezTo>
                  <a:pt x="605485" y="504977"/>
                  <a:pt x="575881" y="472745"/>
                  <a:pt x="555078" y="430682"/>
                </a:cubicBezTo>
                <a:cubicBezTo>
                  <a:pt x="534276" y="388620"/>
                  <a:pt x="523874" y="338557"/>
                  <a:pt x="523874" y="280492"/>
                </a:cubicBezTo>
                <a:cubicBezTo>
                  <a:pt x="523874" y="222428"/>
                  <a:pt x="534276" y="172364"/>
                  <a:pt x="555078" y="130302"/>
                </a:cubicBezTo>
                <a:cubicBezTo>
                  <a:pt x="575881" y="88239"/>
                  <a:pt x="605485" y="56007"/>
                  <a:pt x="643889" y="33604"/>
                </a:cubicBezTo>
                <a:cubicBezTo>
                  <a:pt x="682294" y="11201"/>
                  <a:pt x="727786" y="0"/>
                  <a:pt x="780364" y="0"/>
                </a:cubicBezTo>
                <a:close/>
                <a:moveTo>
                  <a:pt x="266090" y="0"/>
                </a:moveTo>
                <a:cubicBezTo>
                  <a:pt x="359816" y="0"/>
                  <a:pt x="428396" y="45948"/>
                  <a:pt x="471830" y="137846"/>
                </a:cubicBezTo>
                <a:lnTo>
                  <a:pt x="358673" y="187223"/>
                </a:lnTo>
                <a:cubicBezTo>
                  <a:pt x="349072" y="164821"/>
                  <a:pt x="335698" y="147904"/>
                  <a:pt x="318553" y="136474"/>
                </a:cubicBezTo>
                <a:cubicBezTo>
                  <a:pt x="301408" y="125044"/>
                  <a:pt x="281406" y="119329"/>
                  <a:pt x="258546" y="119329"/>
                </a:cubicBezTo>
                <a:cubicBezTo>
                  <a:pt x="233857" y="119329"/>
                  <a:pt x="211797" y="125844"/>
                  <a:pt x="192366" y="138874"/>
                </a:cubicBezTo>
                <a:cubicBezTo>
                  <a:pt x="172935" y="151905"/>
                  <a:pt x="157848" y="170421"/>
                  <a:pt x="147103" y="194424"/>
                </a:cubicBezTo>
                <a:cubicBezTo>
                  <a:pt x="136359" y="218427"/>
                  <a:pt x="130987" y="246202"/>
                  <a:pt x="130987" y="277749"/>
                </a:cubicBezTo>
                <a:cubicBezTo>
                  <a:pt x="130987" y="310667"/>
                  <a:pt x="136359" y="339471"/>
                  <a:pt x="147103" y="364160"/>
                </a:cubicBezTo>
                <a:cubicBezTo>
                  <a:pt x="157848" y="388849"/>
                  <a:pt x="172935" y="407937"/>
                  <a:pt x="192366" y="421424"/>
                </a:cubicBezTo>
                <a:cubicBezTo>
                  <a:pt x="211797" y="434911"/>
                  <a:pt x="233857" y="441655"/>
                  <a:pt x="258546" y="441655"/>
                </a:cubicBezTo>
                <a:cubicBezTo>
                  <a:pt x="301980" y="441655"/>
                  <a:pt x="335813" y="419024"/>
                  <a:pt x="360044" y="373761"/>
                </a:cubicBezTo>
                <a:lnTo>
                  <a:pt x="473201" y="423139"/>
                </a:lnTo>
                <a:cubicBezTo>
                  <a:pt x="452627" y="467487"/>
                  <a:pt x="423938" y="501548"/>
                  <a:pt x="387133" y="525323"/>
                </a:cubicBezTo>
                <a:cubicBezTo>
                  <a:pt x="350329" y="549097"/>
                  <a:pt x="307695" y="560984"/>
                  <a:pt x="259232" y="560984"/>
                </a:cubicBezTo>
                <a:cubicBezTo>
                  <a:pt x="208940" y="560984"/>
                  <a:pt x="164134" y="549211"/>
                  <a:pt x="124815" y="525666"/>
                </a:cubicBezTo>
                <a:cubicBezTo>
                  <a:pt x="85496" y="502120"/>
                  <a:pt x="54864" y="468859"/>
                  <a:pt x="32918" y="425882"/>
                </a:cubicBezTo>
                <a:cubicBezTo>
                  <a:pt x="10972" y="382905"/>
                  <a:pt x="0" y="333527"/>
                  <a:pt x="0" y="277749"/>
                </a:cubicBezTo>
                <a:cubicBezTo>
                  <a:pt x="0" y="222885"/>
                  <a:pt x="11087" y="174422"/>
                  <a:pt x="33261" y="132359"/>
                </a:cubicBezTo>
                <a:cubicBezTo>
                  <a:pt x="55435" y="90297"/>
                  <a:pt x="86753" y="57721"/>
                  <a:pt x="127215" y="34633"/>
                </a:cubicBezTo>
                <a:cubicBezTo>
                  <a:pt x="167677" y="11544"/>
                  <a:pt x="213969" y="0"/>
                  <a:pt x="266090" y="0"/>
                </a:cubicBezTo>
                <a:close/>
              </a:path>
            </a:pathLst>
          </a:custGeom>
          <a:noFill/>
          <a:ln w="19050">
            <a:solidFill>
              <a:schemeClr val="accent1">
                <a:alpha val="5500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indent="-228600" algn="ctr" fontAlgn="ctr">
              <a:spcBef>
                <a:spcPts val="1200"/>
              </a:spcBef>
              <a:buClrTx/>
              <a:buSzTx/>
              <a:buFontTx/>
            </a:pPr>
            <a:endParaRPr lang="zh-CN" altLang="en-US" sz="5400">
              <a:ln w="19050">
                <a:gradFill>
                  <a:gsLst>
                    <a:gs pos="10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</a:ln>
              <a:noFill/>
              <a:latin typeface="+mj-lt"/>
              <a:ea typeface="+mj-lt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pc="300" dirty="0">
                <a:solidFill>
                  <a:srgbClr val="FFFFFF"/>
                </a:solidFill>
                <a:latin typeface="+mn-ea"/>
                <a:sym typeface="+mn-ea"/>
              </a:rPr>
              <a:t>语言介绍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PART ONE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FeiSharp</a:t>
            </a:r>
            <a:r>
              <a:rPr lang="zh-CN" altLang="en-US"/>
              <a:t>语言</a:t>
            </a:r>
            <a:r>
              <a:rPr lang="zh-CN" altLang="en-US"/>
              <a:t>介绍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597535" y="3990340"/>
          <a:ext cx="10979785" cy="2371725"/>
        </p:xfrm>
        <a:graphic>
          <a:graphicData uri="http://schemas.openxmlformats.org/drawingml/2006/table">
            <a:tbl>
              <a:tblPr firstRow="1" bandRow="1">
                <a:tableStyleId>{DE651EC3-497E-46DB-9A2C-57AEF7E5A35F}</a:tableStyleId>
              </a:tblPr>
              <a:tblGrid>
                <a:gridCol w="2195830"/>
                <a:gridCol w="2196465"/>
                <a:gridCol w="2195830"/>
                <a:gridCol w="2195830"/>
                <a:gridCol w="2195830"/>
              </a:tblGrid>
              <a:tr h="47434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rgbClr val="FFFFFF"/>
                          </a:solidFill>
                        </a:rPr>
                        <a:t>语言</a:t>
                      </a:r>
                      <a:endParaRPr lang="zh-CN" altLang="en-US" sz="1400" dirty="0">
                        <a:solidFill>
                          <a:srgbClr val="FFFF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rgbClr val="FFFFFF"/>
                          </a:solidFill>
                        </a:rPr>
                        <a:t>执行</a:t>
                      </a:r>
                      <a:r>
                        <a:rPr lang="zh-CN" altLang="en-US" sz="1400" dirty="0">
                          <a:solidFill>
                            <a:srgbClr val="FFFFFF"/>
                          </a:solidFill>
                        </a:rPr>
                        <a:t>代码</a:t>
                      </a:r>
                      <a:endParaRPr lang="zh-CN" altLang="en-US" sz="1400" dirty="0">
                        <a:solidFill>
                          <a:srgbClr val="FFFFFF"/>
                        </a:solidFill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rgbClr val="FFFFFF"/>
                          </a:solidFill>
                          <a:sym typeface="+mn-ea"/>
                        </a:rPr>
                        <a:t>时间</a:t>
                      </a:r>
                      <a:r>
                        <a:rPr lang="en-US" altLang="zh-CN" sz="1400" dirty="0">
                          <a:solidFill>
                            <a:srgbClr val="FFFFFF"/>
                          </a:solidFill>
                        </a:rPr>
                        <a:t> (</a:t>
                      </a:r>
                      <a:r>
                        <a:rPr lang="zh-CN" altLang="en-US" sz="1400" dirty="0">
                          <a:solidFill>
                            <a:srgbClr val="FFFFFF"/>
                          </a:solidFill>
                        </a:rPr>
                        <a:t>启动</a:t>
                      </a:r>
                      <a:r>
                        <a:rPr lang="en-US" altLang="zh-CN" sz="1400" dirty="0">
                          <a:solidFill>
                            <a:srgbClr val="FFFFFF"/>
                          </a:solidFill>
                        </a:rPr>
                        <a:t> + </a:t>
                      </a:r>
                      <a:r>
                        <a:rPr lang="zh-CN" altLang="en-US" sz="1400" dirty="0">
                          <a:solidFill>
                            <a:srgbClr val="FFFFFF"/>
                          </a:solidFill>
                        </a:rPr>
                        <a:t>执行</a:t>
                      </a:r>
                      <a:r>
                        <a:rPr lang="en-US" altLang="zh-CN" sz="1400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altLang="zh-CN" sz="1400" dirty="0">
                        <a:solidFill>
                          <a:srgbClr val="FFFF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rgbClr val="FFFFFF"/>
                          </a:solidFill>
                          <a:sym typeface="+mn-ea"/>
                        </a:rPr>
                        <a:t>代码字符长度</a:t>
                      </a:r>
                      <a:endParaRPr lang="zh-CN" altLang="en-US" sz="1400" dirty="0">
                        <a:solidFill>
                          <a:srgbClr val="FFFF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rgbClr val="FFFFFF"/>
                          </a:solidFill>
                          <a:sym typeface="+mn-ea"/>
                        </a:rPr>
                        <a:t>稳定形</a:t>
                      </a:r>
                      <a:endParaRPr lang="zh-CN" altLang="en-US" sz="1400" dirty="0">
                        <a:solidFill>
                          <a:srgbClr val="FFFFFF"/>
                        </a:solidFill>
                      </a:endParaRPr>
                    </a:p>
                  </a:txBody>
                  <a:tcPr anchor="ctr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FeiSharp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print(“a”);</a:t>
                      </a:r>
                      <a:endParaRPr lang="zh-CN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2.5ms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11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Python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print(“a”)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28ms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10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Lua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print(“a”)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8ms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10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Php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echo “a”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10ms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</a:t>
                      </a:r>
                      <a:endParaRPr lang="en-US" altLang="zh-CN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2" name="正文"/>
          <p:cNvSpPr txBox="1"/>
          <p:nvPr>
            <p:custDataLst>
              <p:tags r:id="rId3"/>
            </p:custDataLst>
          </p:nvPr>
        </p:nvSpPr>
        <p:spPr>
          <a:xfrm>
            <a:off x="838200" y="1442085"/>
            <a:ext cx="10744200" cy="6584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en-US" altLang="zh-CN" sz="15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FeiSharp</a:t>
            </a:r>
            <a:r>
              <a:rPr lang="zh-CN" altLang="en-US" sz="15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是一项现代化的编程语言，它基于</a:t>
            </a:r>
            <a:r>
              <a:rPr lang="en-US" altLang="zh-CN" sz="15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C# .Net 8.0</a:t>
            </a:r>
            <a:r>
              <a:rPr lang="zh-CN" altLang="en-US" sz="15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运行时，拥有着极致的速度以及简练的</a:t>
            </a:r>
            <a:r>
              <a:rPr lang="zh-CN" altLang="en-US" sz="15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语法。</a:t>
            </a:r>
            <a:endParaRPr lang="zh-CN" altLang="en-US" sz="150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3" name="圆角矩形 42"/>
          <p:cNvSpPr/>
          <p:nvPr>
            <p:custDataLst>
              <p:tags r:id="rId4"/>
            </p:custDataLst>
          </p:nvPr>
        </p:nvSpPr>
        <p:spPr>
          <a:xfrm>
            <a:off x="609600" y="1524880"/>
            <a:ext cx="76200" cy="576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38000"/>
                </a:schemeClr>
              </a:gs>
              <a:gs pos="100000">
                <a:schemeClr val="accent1">
                  <a:alpha val="3000"/>
                </a:schemeClr>
              </a:gs>
            </a:gsLst>
            <a:lin ang="5400000" scaled="0"/>
          </a:gradFill>
          <a:ln w="81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614680" y="2230755"/>
            <a:ext cx="3540125" cy="1537335"/>
          </a:xfrm>
          <a:prstGeom prst="roundRect">
            <a:avLst>
              <a:gd name="adj" fmla="val 6608"/>
            </a:avLst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850900" y="2379980"/>
            <a:ext cx="3230245" cy="3797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动态类型</a:t>
            </a: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支持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850900" y="2939415"/>
            <a:ext cx="3229610" cy="7207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自动判断变量或常量</a:t>
            </a: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类型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850900" y="2866390"/>
            <a:ext cx="452755" cy="3175"/>
          </a:xfrm>
          <a:prstGeom prst="line">
            <a:avLst/>
          </a:prstGeom>
          <a:ln w="41275" cap="rnd">
            <a:solidFill>
              <a:schemeClr val="accent1">
                <a:alpha val="50000"/>
              </a:schemeClr>
            </a:solidFill>
            <a:round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>
            <p:custDataLst>
              <p:tags r:id="rId9"/>
            </p:custDataLst>
          </p:nvPr>
        </p:nvSpPr>
        <p:spPr>
          <a:xfrm>
            <a:off x="4335780" y="2230755"/>
            <a:ext cx="3540125" cy="1537335"/>
          </a:xfrm>
          <a:prstGeom prst="roundRect">
            <a:avLst>
              <a:gd name="adj" fmla="val 6608"/>
            </a:avLst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>
            <p:custDataLst>
              <p:tags r:id="rId10"/>
            </p:custDataLst>
          </p:nvPr>
        </p:nvSpPr>
        <p:spPr>
          <a:xfrm>
            <a:off x="4572000" y="2379980"/>
            <a:ext cx="3230245" cy="3797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智能隐式</a:t>
            </a: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转换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6" name="矩形 35"/>
          <p:cNvSpPr/>
          <p:nvPr>
            <p:custDataLst>
              <p:tags r:id="rId11"/>
            </p:custDataLst>
          </p:nvPr>
        </p:nvSpPr>
        <p:spPr>
          <a:xfrm>
            <a:off x="4572000" y="2939415"/>
            <a:ext cx="3229610" cy="7207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FeiSharp</a:t>
            </a: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拥有内置的</a:t>
            </a:r>
            <a:r>
              <a:rPr lang="en-US" altLang="zh-CN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ITC</a:t>
            </a: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系统，会自动识别并隐式转换，比如</a:t>
            </a:r>
            <a:r>
              <a:rPr lang="en-US" altLang="zh-CN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“</a:t>
            </a: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这个数是：</a:t>
            </a:r>
            <a:r>
              <a:rPr lang="en-US" altLang="zh-CN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” + 2</a:t>
            </a: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会自动转换成</a:t>
            </a:r>
            <a:r>
              <a:rPr lang="en-US" altLang="zh-CN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“</a:t>
            </a: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这个数是</a:t>
            </a:r>
            <a:r>
              <a:rPr lang="en-US" altLang="zh-CN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</a:t>
            </a:r>
            <a:r>
              <a:rPr lang="en-US" altLang="zh-CN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”</a:t>
            </a:r>
            <a:endParaRPr lang="en-US" altLang="zh-CN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12"/>
            </p:custDataLst>
          </p:nvPr>
        </p:nvCxnSpPr>
        <p:spPr>
          <a:xfrm>
            <a:off x="4572000" y="2866390"/>
            <a:ext cx="452755" cy="3175"/>
          </a:xfrm>
          <a:prstGeom prst="line">
            <a:avLst/>
          </a:prstGeom>
          <a:ln w="41275" cap="rnd">
            <a:solidFill>
              <a:schemeClr val="accent1">
                <a:alpha val="50000"/>
              </a:schemeClr>
            </a:solidFill>
            <a:round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>
            <p:custDataLst>
              <p:tags r:id="rId13"/>
            </p:custDataLst>
          </p:nvPr>
        </p:nvSpPr>
        <p:spPr>
          <a:xfrm>
            <a:off x="8056880" y="2230755"/>
            <a:ext cx="3540125" cy="1537335"/>
          </a:xfrm>
          <a:prstGeom prst="roundRect">
            <a:avLst>
              <a:gd name="adj" fmla="val 6608"/>
            </a:avLst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>
            <p:custDataLst>
              <p:tags r:id="rId14"/>
            </p:custDataLst>
          </p:nvPr>
        </p:nvSpPr>
        <p:spPr>
          <a:xfrm>
            <a:off x="8293100" y="2379980"/>
            <a:ext cx="3230245" cy="3797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极致运行</a:t>
            </a: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速度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5" name="矩形 44"/>
          <p:cNvSpPr/>
          <p:nvPr>
            <p:custDataLst>
              <p:tags r:id="rId15"/>
            </p:custDataLst>
          </p:nvPr>
        </p:nvSpPr>
        <p:spPr>
          <a:xfrm>
            <a:off x="8293100" y="2939415"/>
            <a:ext cx="3229610" cy="7207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虽然为解释性语言，但比</a:t>
            </a:r>
            <a:r>
              <a:rPr lang="en-US" altLang="zh-CN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Python</a:t>
            </a: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至少快</a:t>
            </a:r>
            <a:r>
              <a:rPr lang="en-US" altLang="zh-CN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10</a:t>
            </a: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倍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46" name="直接连接符 45"/>
          <p:cNvCxnSpPr/>
          <p:nvPr>
            <p:custDataLst>
              <p:tags r:id="rId16"/>
            </p:custDataLst>
          </p:nvPr>
        </p:nvCxnSpPr>
        <p:spPr>
          <a:xfrm>
            <a:off x="8293100" y="2866390"/>
            <a:ext cx="452755" cy="3175"/>
          </a:xfrm>
          <a:prstGeom prst="line">
            <a:avLst/>
          </a:prstGeom>
          <a:ln w="41275" cap="rnd">
            <a:solidFill>
              <a:schemeClr val="accent1">
                <a:alpha val="50000"/>
              </a:schemeClr>
            </a:solidFill>
            <a:round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FeiSharp</a:t>
            </a:r>
            <a:r>
              <a:rPr lang="zh-CN" altLang="en-US"/>
              <a:t>语言结构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5263198" y="1831340"/>
            <a:ext cx="1665605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n-ea"/>
                <a:cs typeface="+mn-ea"/>
              </a:rPr>
              <a:t>一行</a:t>
            </a:r>
            <a:r>
              <a:rPr lang="zh-CN" altLang="en-US" sz="2400" b="1" dirty="0">
                <a:latin typeface="+mn-ea"/>
                <a:cs typeface="+mn-ea"/>
              </a:rPr>
              <a:t>代码</a:t>
            </a:r>
            <a:endParaRPr lang="zh-CN" altLang="en-US" sz="2400" b="1" dirty="0">
              <a:latin typeface="+mn-ea"/>
              <a:cs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3"/>
            </p:custDataLst>
          </p:nvPr>
        </p:nvCxnSpPr>
        <p:spPr>
          <a:xfrm>
            <a:off x="5460048" y="2331720"/>
            <a:ext cx="1271905" cy="0"/>
          </a:xfrm>
          <a:prstGeom prst="line">
            <a:avLst/>
          </a:prstGeom>
          <a:ln w="635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左中括号 26"/>
          <p:cNvSpPr/>
          <p:nvPr>
            <p:custDataLst>
              <p:tags r:id="rId4"/>
            </p:custDataLst>
          </p:nvPr>
        </p:nvSpPr>
        <p:spPr>
          <a:xfrm rot="5400000">
            <a:off x="5911850" y="-476885"/>
            <a:ext cx="368300" cy="6953250"/>
          </a:xfrm>
          <a:prstGeom prst="leftBracket">
            <a:avLst>
              <a:gd name="adj" fmla="val 70250"/>
            </a:avLst>
          </a:prstGeom>
          <a:ln w="9525">
            <a:solidFill>
              <a:schemeClr val="tx1">
                <a:lumMod val="75000"/>
                <a:lumOff val="25000"/>
                <a:alpha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>
            <p:custDataLst>
              <p:tags r:id="rId5"/>
            </p:custDataLst>
          </p:nvPr>
        </p:nvCxnSpPr>
        <p:spPr>
          <a:xfrm>
            <a:off x="6096000" y="2361565"/>
            <a:ext cx="0" cy="45402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/>
          <p:cNvSpPr/>
          <p:nvPr>
            <p:custDataLst>
              <p:tags r:id="rId6"/>
            </p:custDataLst>
          </p:nvPr>
        </p:nvSpPr>
        <p:spPr>
          <a:xfrm>
            <a:off x="1331595" y="3718560"/>
            <a:ext cx="2931160" cy="2261870"/>
          </a:xfrm>
          <a:prstGeom prst="roundRect">
            <a:avLst>
              <a:gd name="adj" fmla="val 8093"/>
            </a:avLst>
          </a:prstGeom>
          <a:noFill/>
          <a:ln>
            <a:solidFill>
              <a:schemeClr val="accent1">
                <a:lumMod val="60000"/>
                <a:lumOff val="40000"/>
                <a:alpha val="60000"/>
              </a:schemeClr>
            </a:solidFill>
          </a:ln>
          <a:effectLst>
            <a:innerShdw blurRad="1143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252000" rtlCol="0" anchor="ctr"/>
          <a:lstStyle/>
          <a:p>
            <a:pPr algn="ctr">
              <a:lnSpc>
                <a:spcPct val="130000"/>
              </a:lnSpc>
            </a:pPr>
            <a:r>
              <a:rPr lang="zh-CN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此单词表示接下来要执行的操作</a:t>
            </a:r>
            <a:r>
              <a:rPr lang="zh-CN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类型。</a:t>
            </a:r>
            <a:endParaRPr lang="zh-CN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: 圆角 3"/>
          <p:cNvSpPr/>
          <p:nvPr>
            <p:custDataLst>
              <p:tags r:id="rId7"/>
            </p:custDataLst>
          </p:nvPr>
        </p:nvSpPr>
        <p:spPr>
          <a:xfrm>
            <a:off x="1332230" y="3183255"/>
            <a:ext cx="2930525" cy="368300"/>
          </a:xfrm>
          <a:prstGeom prst="roundRect">
            <a:avLst>
              <a:gd name="adj" fmla="val 23446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innerShdw blurRad="114300">
              <a:schemeClr val="accent1">
                <a:lumMod val="50000"/>
                <a:alpha val="4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FFFF"/>
                </a:solidFill>
                <a:latin typeface="+mn-ea"/>
                <a:cs typeface="+mn-ea"/>
              </a:rPr>
              <a:t>关键字</a:t>
            </a:r>
            <a:r>
              <a:rPr lang="en-US" altLang="zh-CN" b="1" dirty="0">
                <a:solidFill>
                  <a:srgbClr val="FFFFFF"/>
                </a:solidFill>
                <a:latin typeface="+mn-ea"/>
                <a:cs typeface="+mn-ea"/>
              </a:rPr>
              <a:t>/</a:t>
            </a:r>
            <a:r>
              <a:rPr lang="zh-CN" altLang="en-US" b="1" dirty="0">
                <a:solidFill>
                  <a:srgbClr val="FFFFFF"/>
                </a:solidFill>
                <a:latin typeface="+mn-ea"/>
                <a:cs typeface="+mn-ea"/>
              </a:rPr>
              <a:t>函数</a:t>
            </a:r>
            <a:endParaRPr lang="zh-CN" altLang="en-US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8" name="矩形: 圆角 7"/>
          <p:cNvSpPr/>
          <p:nvPr>
            <p:custDataLst>
              <p:tags r:id="rId8"/>
            </p:custDataLst>
          </p:nvPr>
        </p:nvSpPr>
        <p:spPr>
          <a:xfrm>
            <a:off x="4630420" y="3718560"/>
            <a:ext cx="2931160" cy="2261870"/>
          </a:xfrm>
          <a:prstGeom prst="roundRect">
            <a:avLst>
              <a:gd name="adj" fmla="val 8093"/>
            </a:avLst>
          </a:prstGeom>
          <a:noFill/>
          <a:ln>
            <a:solidFill>
              <a:schemeClr val="accent2">
                <a:lumMod val="60000"/>
                <a:lumOff val="40000"/>
                <a:alpha val="60000"/>
              </a:schemeClr>
            </a:solidFill>
          </a:ln>
          <a:effectLst>
            <a:innerShdw blurRad="1143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252000" rtlCol="0" anchor="ctr"/>
          <a:lstStyle/>
          <a:p>
            <a:pPr algn="ctr">
              <a:lnSpc>
                <a:spcPct val="130000"/>
              </a:lnSpc>
            </a:pPr>
            <a:r>
              <a:rPr lang="zh-CN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由关键字规定的语法，如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var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后需要变量名，英文等号和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值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10"/>
          <p:cNvSpPr/>
          <p:nvPr>
            <p:custDataLst>
              <p:tags r:id="rId9"/>
            </p:custDataLst>
          </p:nvPr>
        </p:nvSpPr>
        <p:spPr>
          <a:xfrm>
            <a:off x="4630738" y="3183255"/>
            <a:ext cx="2930525" cy="368300"/>
          </a:xfrm>
          <a:prstGeom prst="roundRect">
            <a:avLst>
              <a:gd name="adj" fmla="val 23446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innerShdw blurRad="114300">
              <a:schemeClr val="accent2">
                <a:lumMod val="50000"/>
                <a:alpha val="4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语法（关键字</a:t>
            </a: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规定）</a:t>
            </a:r>
            <a:endParaRPr lang="zh-CN" altLang="en-US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: 圆角 13"/>
          <p:cNvSpPr/>
          <p:nvPr>
            <p:custDataLst>
              <p:tags r:id="rId10"/>
            </p:custDataLst>
          </p:nvPr>
        </p:nvSpPr>
        <p:spPr>
          <a:xfrm>
            <a:off x="7929245" y="3718560"/>
            <a:ext cx="2931160" cy="2261870"/>
          </a:xfrm>
          <a:prstGeom prst="roundRect">
            <a:avLst>
              <a:gd name="adj" fmla="val 8093"/>
            </a:avLst>
          </a:prstGeom>
          <a:noFill/>
          <a:ln>
            <a:solidFill>
              <a:schemeClr val="accent1">
                <a:lumMod val="60000"/>
                <a:lumOff val="40000"/>
                <a:alpha val="60000"/>
              </a:schemeClr>
            </a:solidFill>
          </a:ln>
          <a:effectLst>
            <a:innerShdw blurRad="1143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252000" rtlCol="0" anchor="ctr"/>
          <a:lstStyle/>
          <a:p>
            <a:pPr algn="ctr">
              <a:lnSpc>
                <a:spcPct val="130000"/>
              </a:lnSpc>
            </a:pPr>
            <a:r>
              <a:rPr lang="zh-CN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注意：若为块起始关键字表示则需要冒号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，定义块无需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分号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: 圆角 17"/>
          <p:cNvSpPr/>
          <p:nvPr>
            <p:custDataLst>
              <p:tags r:id="rId11"/>
            </p:custDataLst>
          </p:nvPr>
        </p:nvSpPr>
        <p:spPr>
          <a:xfrm>
            <a:off x="7929880" y="3183255"/>
            <a:ext cx="2930525" cy="368300"/>
          </a:xfrm>
          <a:prstGeom prst="roundRect">
            <a:avLst>
              <a:gd name="adj" fmla="val 23446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innerShdw blurRad="114300">
              <a:schemeClr val="accent1">
                <a:lumMod val="50000"/>
                <a:alpha val="4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结尾标识符（</a:t>
            </a:r>
            <a:r>
              <a:rPr lang="en-US" altLang="zh-CN" b="1">
                <a:solidFill>
                  <a:srgbClr val="FFFFFF"/>
                </a:solidFill>
                <a:latin typeface="+mn-ea"/>
                <a:cs typeface="+mn-ea"/>
              </a:rPr>
              <a:t>;/:</a:t>
            </a: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）</a:t>
            </a:r>
            <a:endParaRPr lang="zh-CN" altLang="en-US" b="1">
              <a:solidFill>
                <a:srgbClr val="FFFFFF"/>
              </a:solidFill>
              <a:latin typeface="+mn-ea"/>
              <a:cs typeface="+mn-ea"/>
            </a:endParaRPr>
          </a:p>
        </p:txBody>
      </p:sp>
      <p:cxnSp>
        <p:nvCxnSpPr>
          <p:cNvPr id="45" name="直接连接符 44"/>
          <p:cNvCxnSpPr/>
          <p:nvPr>
            <p:custDataLst>
              <p:tags r:id="rId12"/>
            </p:custDataLst>
          </p:nvPr>
        </p:nvCxnSpPr>
        <p:spPr>
          <a:xfrm>
            <a:off x="6096000" y="2814955"/>
            <a:ext cx="0" cy="36830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矩形: 圆角 35"/>
          <p:cNvSpPr/>
          <p:nvPr>
            <p:custDataLst>
              <p:tags r:id="rId1"/>
            </p:custDataLst>
          </p:nvPr>
        </p:nvSpPr>
        <p:spPr>
          <a:xfrm>
            <a:off x="691515" y="4807585"/>
            <a:ext cx="10810800" cy="1398905"/>
          </a:xfrm>
          <a:prstGeom prst="roundRect">
            <a:avLst/>
          </a:prstGeom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1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25"/>
          <p:cNvSpPr/>
          <p:nvPr>
            <p:custDataLst>
              <p:tags r:id="rId2"/>
            </p:custDataLst>
          </p:nvPr>
        </p:nvSpPr>
        <p:spPr>
          <a:xfrm>
            <a:off x="692430" y="4807585"/>
            <a:ext cx="1080897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 useBgFill="1">
        <p:nvSpPr>
          <p:cNvPr id="31" name="矩形: 圆角 30"/>
          <p:cNvSpPr/>
          <p:nvPr>
            <p:custDataLst>
              <p:tags r:id="rId3"/>
            </p:custDataLst>
          </p:nvPr>
        </p:nvSpPr>
        <p:spPr>
          <a:xfrm>
            <a:off x="691515" y="3182620"/>
            <a:ext cx="10810800" cy="1398905"/>
          </a:xfrm>
          <a:prstGeom prst="roundRect">
            <a:avLst/>
          </a:prstGeom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1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: 圆角 25"/>
          <p:cNvSpPr/>
          <p:nvPr>
            <p:custDataLst>
              <p:tags r:id="rId4"/>
            </p:custDataLst>
          </p:nvPr>
        </p:nvSpPr>
        <p:spPr>
          <a:xfrm>
            <a:off x="692430" y="3182620"/>
            <a:ext cx="1080897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 useBgFill="1">
        <p:nvSpPr>
          <p:cNvPr id="26" name="矩形: 圆角 25"/>
          <p:cNvSpPr/>
          <p:nvPr>
            <p:custDataLst>
              <p:tags r:id="rId5"/>
            </p:custDataLst>
          </p:nvPr>
        </p:nvSpPr>
        <p:spPr>
          <a:xfrm>
            <a:off x="691515" y="1557655"/>
            <a:ext cx="10808970" cy="1398905"/>
          </a:xfrm>
          <a:prstGeom prst="roundRect">
            <a:avLst/>
          </a:prstGeom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1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矩形: 圆角 25"/>
          <p:cNvSpPr/>
          <p:nvPr>
            <p:custDataLst>
              <p:tags r:id="rId6"/>
            </p:custDataLst>
          </p:nvPr>
        </p:nvSpPr>
        <p:spPr>
          <a:xfrm>
            <a:off x="691515" y="1557655"/>
            <a:ext cx="1080897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altLang="zh-CN"/>
              <a:t>ITC</a:t>
            </a:r>
            <a:r>
              <a:rPr lang="zh-CN" altLang="en-US"/>
              <a:t>系统</a:t>
            </a:r>
            <a:r>
              <a:rPr lang="zh-CN" altLang="en-US"/>
              <a:t>介绍</a:t>
            </a:r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8"/>
            </p:custDataLst>
          </p:nvPr>
        </p:nvSpPr>
        <p:spPr>
          <a:xfrm>
            <a:off x="1080518" y="1960245"/>
            <a:ext cx="593725" cy="593725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01</a:t>
            </a:r>
            <a:endParaRPr lang="zh-CN" altLang="en-US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>
            <a:off x="1962281" y="2142427"/>
            <a:ext cx="9004300" cy="7346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对与像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”num:”+  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这类的表达式，将自动分析并转换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类型。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>
            <p:custDataLst>
              <p:tags r:id="rId10"/>
            </p:custDataLst>
          </p:nvPr>
        </p:nvSpPr>
        <p:spPr>
          <a:xfrm>
            <a:off x="1962281" y="1650617"/>
            <a:ext cx="9004300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自动隐式转换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判定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7" name="椭圆 6"/>
          <p:cNvSpPr/>
          <p:nvPr>
            <p:custDataLst>
              <p:tags r:id="rId11"/>
            </p:custDataLst>
          </p:nvPr>
        </p:nvSpPr>
        <p:spPr>
          <a:xfrm>
            <a:off x="1080518" y="3585210"/>
            <a:ext cx="593725" cy="593725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02</a:t>
            </a:r>
            <a:endParaRPr lang="zh-CN" altLang="en-US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12"/>
            </p:custDataLst>
          </p:nvPr>
        </p:nvSpPr>
        <p:spPr>
          <a:xfrm>
            <a:off x="1962281" y="3758502"/>
            <a:ext cx="9004300" cy="7346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对于像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set a = 100;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这类的错误语句，将其转换成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var a = 100;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3"/>
            </p:custDataLst>
          </p:nvPr>
        </p:nvSpPr>
        <p:spPr>
          <a:xfrm>
            <a:off x="1962281" y="3266692"/>
            <a:ext cx="9004300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自动语句分析与</a:t>
            </a: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判定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椭圆 14"/>
          <p:cNvSpPr/>
          <p:nvPr>
            <p:custDataLst>
              <p:tags r:id="rId14"/>
            </p:custDataLst>
          </p:nvPr>
        </p:nvSpPr>
        <p:spPr>
          <a:xfrm>
            <a:off x="1080518" y="5210175"/>
            <a:ext cx="593725" cy="593725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03</a:t>
            </a:r>
            <a:endParaRPr lang="zh-CN" altLang="en-US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15"/>
            </p:custDataLst>
          </p:nvPr>
        </p:nvSpPr>
        <p:spPr>
          <a:xfrm>
            <a:off x="1962281" y="5392357"/>
            <a:ext cx="9004300" cy="7346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省略注释，优化代码，转换成最简代码（如：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let a = 100 + 1;print(a);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将转换成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print(101);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）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6"/>
            </p:custDataLst>
          </p:nvPr>
        </p:nvSpPr>
        <p:spPr>
          <a:xfrm>
            <a:off x="1962281" y="4900547"/>
            <a:ext cx="9004300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文本</a:t>
            </a: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预处理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pc="300" dirty="0">
                <a:solidFill>
                  <a:srgbClr val="FFFFFF"/>
                </a:solidFill>
                <a:latin typeface="+mn-ea"/>
                <a:sym typeface="+mn-ea"/>
              </a:rPr>
              <a:t>语法详解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PART </a:t>
            </a:r>
            <a:r>
              <a:rPr lang="en-US" altLang="zh-CN"/>
              <a:t>TWO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22"/>
          <p:cNvSpPr/>
          <p:nvPr>
            <p:custDataLst>
              <p:tags r:id="rId1"/>
            </p:custDataLst>
          </p:nvPr>
        </p:nvSpPr>
        <p:spPr>
          <a:xfrm>
            <a:off x="684530" y="1735455"/>
            <a:ext cx="3323590" cy="4070985"/>
          </a:xfrm>
          <a:prstGeom prst="roundRect">
            <a:avLst>
              <a:gd name="adj" fmla="val 6347"/>
            </a:avLst>
          </a:prstGeom>
          <a:solidFill>
            <a:srgbClr val="FFFFFF">
              <a:alpha val="5000"/>
            </a:srgbClr>
          </a:solidFill>
          <a:ln w="15875">
            <a:noFill/>
          </a:ln>
          <a:effectLst>
            <a:outerShdw blurRad="279400" dist="228600" dir="2700000" algn="tl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9795" tIns="616585" rIns="239795" bIns="35052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: 圆角 33"/>
          <p:cNvSpPr/>
          <p:nvPr>
            <p:custDataLst>
              <p:tags r:id="rId2"/>
            </p:custDataLst>
          </p:nvPr>
        </p:nvSpPr>
        <p:spPr>
          <a:xfrm>
            <a:off x="4426585" y="1735455"/>
            <a:ext cx="3323590" cy="4070985"/>
          </a:xfrm>
          <a:prstGeom prst="roundRect">
            <a:avLst>
              <a:gd name="adj" fmla="val 6347"/>
            </a:avLst>
          </a:prstGeom>
          <a:solidFill>
            <a:srgbClr val="FFFFFF">
              <a:alpha val="5000"/>
            </a:srgbClr>
          </a:solidFill>
          <a:ln w="15875">
            <a:noFill/>
          </a:ln>
          <a:effectLst>
            <a:outerShdw blurRad="279400" dist="228600" dir="2700000" algn="tl" rotWithShape="0">
              <a:schemeClr val="accent4">
                <a:alpha val="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9795" tIns="616585" rIns="239795" bIns="35052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: 圆角 44"/>
          <p:cNvSpPr/>
          <p:nvPr>
            <p:custDataLst>
              <p:tags r:id="rId3"/>
            </p:custDataLst>
          </p:nvPr>
        </p:nvSpPr>
        <p:spPr>
          <a:xfrm>
            <a:off x="8176260" y="1735455"/>
            <a:ext cx="3323590" cy="4070985"/>
          </a:xfrm>
          <a:prstGeom prst="roundRect">
            <a:avLst>
              <a:gd name="adj" fmla="val 6347"/>
            </a:avLst>
          </a:prstGeom>
          <a:solidFill>
            <a:srgbClr val="FFFFFF">
              <a:alpha val="5000"/>
            </a:srgbClr>
          </a:solidFill>
          <a:ln w="15875">
            <a:noFill/>
          </a:ln>
          <a:effectLst>
            <a:outerShdw blurRad="279400" dist="228600" dir="2700000" algn="tl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9795" tIns="616585" rIns="239795" bIns="35052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altLang="zh-CN"/>
              <a:t>var/</a:t>
            </a:r>
            <a:r>
              <a:rPr lang="en-US" altLang="zh-CN"/>
              <a:t>let/set</a:t>
            </a:r>
            <a:r>
              <a:rPr lang="zh-CN" altLang="en-US"/>
              <a:t>三兄弟</a:t>
            </a:r>
            <a:endParaRPr lang="zh-CN" altLang="en-US"/>
          </a:p>
        </p:txBody>
      </p:sp>
      <p:sp>
        <p:nvSpPr>
          <p:cNvPr id="3" name="矩形: 圆角 2"/>
          <p:cNvSpPr/>
          <p:nvPr>
            <p:custDataLst>
              <p:tags r:id="rId5"/>
            </p:custDataLst>
          </p:nvPr>
        </p:nvSpPr>
        <p:spPr>
          <a:xfrm>
            <a:off x="692150" y="1734820"/>
            <a:ext cx="3323590" cy="4070985"/>
          </a:xfrm>
          <a:prstGeom prst="roundRect">
            <a:avLst>
              <a:gd name="adj" fmla="val 6347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accent1">
                <a:lumMod val="40000"/>
                <a:lumOff val="60000"/>
                <a:alpha val="60000"/>
              </a:schemeClr>
            </a:solidFill>
          </a:ln>
          <a:effectLst>
            <a:outerShdw blurRad="279400" dist="228600" dir="2700000" algn="tl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9795" tIns="616585" rIns="239795" bIns="35052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变量定义语句，用法：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let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变量名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=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值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;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如：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let a = 100;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后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就为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100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9" name="任意多边形: 形状 28"/>
          <p:cNvSpPr/>
          <p:nvPr>
            <p:custDataLst>
              <p:tags r:id="rId6"/>
            </p:custDataLst>
          </p:nvPr>
        </p:nvSpPr>
        <p:spPr>
          <a:xfrm>
            <a:off x="1092200" y="1615440"/>
            <a:ext cx="2523490" cy="720725"/>
          </a:xfrm>
          <a:prstGeom prst="round2SameRect">
            <a:avLst>
              <a:gd name="adj1" fmla="val 0"/>
              <a:gd name="adj2" fmla="val 35242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9000">
                <a:schemeClr val="accent1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  <a:effectLst>
            <a:outerShdw blurRad="101600" dist="762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let</a:t>
            </a:r>
            <a:r>
              <a:rPr lang="zh-CN" altLang="en-US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语句</a:t>
            </a:r>
            <a:endParaRPr lang="zh-CN" altLang="en-US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5" name="等腰三角形 24"/>
          <p:cNvSpPr/>
          <p:nvPr>
            <p:custDataLst>
              <p:tags r:id="rId7"/>
            </p:custDataLst>
          </p:nvPr>
        </p:nvSpPr>
        <p:spPr>
          <a:xfrm>
            <a:off x="982110" y="16155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等腰三角形 25"/>
          <p:cNvSpPr/>
          <p:nvPr>
            <p:custDataLst>
              <p:tags r:id="rId8"/>
            </p:custDataLst>
          </p:nvPr>
        </p:nvSpPr>
        <p:spPr>
          <a:xfrm flipH="1">
            <a:off x="3615978" y="16155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/>
          <p:cNvSpPr/>
          <p:nvPr>
            <p:custDataLst>
              <p:tags r:id="rId9"/>
            </p:custDataLst>
          </p:nvPr>
        </p:nvSpPr>
        <p:spPr>
          <a:xfrm>
            <a:off x="4434205" y="1734820"/>
            <a:ext cx="3323590" cy="4070985"/>
          </a:xfrm>
          <a:prstGeom prst="roundRect">
            <a:avLst>
              <a:gd name="adj" fmla="val 6347"/>
            </a:avLst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accent4">
                <a:lumMod val="40000"/>
                <a:lumOff val="60000"/>
                <a:alpha val="60000"/>
              </a:schemeClr>
            </a:solidFill>
          </a:ln>
          <a:effectLst>
            <a:outerShdw blurRad="279400" dist="228600" dir="2700000" algn="tl" rotWithShape="0">
              <a:schemeClr val="accent4">
                <a:alpha val="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9795" tIns="616585" rIns="239795" bIns="35052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与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let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语句几乎一样，用法：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var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变量名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=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值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;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注意：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var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定义的变量会自动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提前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7" name="任意多边形: 形状 36"/>
          <p:cNvSpPr/>
          <p:nvPr>
            <p:custDataLst>
              <p:tags r:id="rId10"/>
            </p:custDataLst>
          </p:nvPr>
        </p:nvSpPr>
        <p:spPr>
          <a:xfrm>
            <a:off x="4834255" y="1615440"/>
            <a:ext cx="2523490" cy="720725"/>
          </a:xfrm>
          <a:prstGeom prst="round2SameRect">
            <a:avLst>
              <a:gd name="adj1" fmla="val 0"/>
              <a:gd name="adj2" fmla="val 35242"/>
            </a:avLst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66450">
                <a:schemeClr val="accent4"/>
              </a:gs>
              <a:gs pos="100000">
                <a:schemeClr val="accent4"/>
              </a:gs>
            </a:gsLst>
            <a:lin ang="2700000" scaled="1"/>
            <a:tileRect/>
          </a:gradFill>
          <a:ln>
            <a:noFill/>
          </a:ln>
          <a:effectLst>
            <a:outerShdw blurRad="101600" dist="76200" dir="2700000" algn="tl" rotWithShape="0">
              <a:schemeClr val="accent4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var</a:t>
            </a: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语句</a:t>
            </a:r>
            <a:endParaRPr lang="zh-CN" alt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8" name="等腰三角形 37"/>
          <p:cNvSpPr/>
          <p:nvPr>
            <p:custDataLst>
              <p:tags r:id="rId11"/>
            </p:custDataLst>
          </p:nvPr>
        </p:nvSpPr>
        <p:spPr>
          <a:xfrm>
            <a:off x="4723884" y="16155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等腰三角形 38"/>
          <p:cNvSpPr/>
          <p:nvPr>
            <p:custDataLst>
              <p:tags r:id="rId12"/>
            </p:custDataLst>
          </p:nvPr>
        </p:nvSpPr>
        <p:spPr>
          <a:xfrm flipH="1">
            <a:off x="7357752" y="16155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/>
          <p:cNvSpPr/>
          <p:nvPr>
            <p:custDataLst>
              <p:tags r:id="rId13"/>
            </p:custDataLst>
          </p:nvPr>
        </p:nvSpPr>
        <p:spPr>
          <a:xfrm>
            <a:off x="8183880" y="1734820"/>
            <a:ext cx="3323590" cy="4070985"/>
          </a:xfrm>
          <a:prstGeom prst="roundRect">
            <a:avLst>
              <a:gd name="adj" fmla="val 6347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accent1">
                <a:lumMod val="40000"/>
                <a:lumOff val="60000"/>
                <a:alpha val="60000"/>
              </a:schemeClr>
            </a:solidFill>
          </a:ln>
          <a:effectLst>
            <a:outerShdw blurRad="279400" dist="228600" dir="2700000" algn="tl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9795" tIns="616585" rIns="239795" bIns="35052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设置变量值语句，用法：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set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已定义变量名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=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要更改的值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;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4" name="任意多边形: 形状 43"/>
          <p:cNvSpPr/>
          <p:nvPr>
            <p:custDataLst>
              <p:tags r:id="rId14"/>
            </p:custDataLst>
          </p:nvPr>
        </p:nvSpPr>
        <p:spPr>
          <a:xfrm>
            <a:off x="8583930" y="1615440"/>
            <a:ext cx="2523490" cy="720725"/>
          </a:xfrm>
          <a:prstGeom prst="round2SameRect">
            <a:avLst>
              <a:gd name="adj1" fmla="val 0"/>
              <a:gd name="adj2" fmla="val 35242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9000">
                <a:schemeClr val="accent1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  <a:effectLst>
            <a:outerShdw blurRad="101600" dist="762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set</a:t>
            </a: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语句</a:t>
            </a:r>
            <a:endParaRPr lang="zh-CN" alt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5" name="等腰三角形 44"/>
          <p:cNvSpPr/>
          <p:nvPr>
            <p:custDataLst>
              <p:tags r:id="rId15"/>
            </p:custDataLst>
          </p:nvPr>
        </p:nvSpPr>
        <p:spPr>
          <a:xfrm>
            <a:off x="8473278" y="16155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等腰三角形 45"/>
          <p:cNvSpPr/>
          <p:nvPr>
            <p:custDataLst>
              <p:tags r:id="rId16"/>
            </p:custDataLst>
          </p:nvPr>
        </p:nvSpPr>
        <p:spPr>
          <a:xfrm flipH="1">
            <a:off x="11107146" y="16155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5960" y="6120765"/>
            <a:ext cx="1080008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注：若发现语句有逻辑问题，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ITC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系统会自动检测并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更改。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30155"/>
            <a:ext cx="10800000" cy="720000"/>
          </a:xfrm>
        </p:spPr>
        <p:txBody>
          <a:bodyPr/>
          <a:lstStyle/>
          <a:p>
            <a:r>
              <a:rPr lang="en-US" altLang="zh-CN"/>
              <a:t>print/printnl</a:t>
            </a:r>
            <a:endParaRPr lang="en-US" altLang="zh-CN"/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2178685" y="1762501"/>
            <a:ext cx="3264534" cy="4234413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5878831" y="1762501"/>
            <a:ext cx="3264534" cy="4234413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2486176" y="3078949"/>
            <a:ext cx="2630333" cy="235615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控制台输出语句，用法：</a:t>
            </a:r>
            <a:r>
              <a:rPr lang="en-US" altLang="zh-CN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print(</a:t>
            </a: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内容</a:t>
            </a:r>
            <a:r>
              <a:rPr lang="en-US" altLang="zh-CN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);</a:t>
            </a: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其中，内容可以是任意类型的量，但它不会自动换行！！！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2408663" y="2449232"/>
            <a:ext cx="2804578" cy="44650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0">
                <a:solidFill>
                  <a:schemeClr val="accent1"/>
                </a:solidFill>
                <a:latin typeface="+mn-ea"/>
                <a:cs typeface="+mn-ea"/>
              </a:rPr>
              <a:t>print</a:t>
            </a:r>
            <a:endParaRPr lang="en-US" altLang="zh-CN" sz="2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6229884" y="3078949"/>
            <a:ext cx="2630333" cy="235615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与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print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几乎一摸一样，但是他会自己换行，用法：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printnl(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内容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);</a:t>
            </a:r>
            <a:endParaRPr lang="en-US" altLang="zh-CN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6108809" y="2449232"/>
            <a:ext cx="2804578" cy="44650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0">
                <a:solidFill>
                  <a:schemeClr val="accent1"/>
                </a:solidFill>
                <a:latin typeface="+mn-ea"/>
                <a:cs typeface="+mn-ea"/>
              </a:rPr>
              <a:t>printnl</a:t>
            </a:r>
            <a:endParaRPr lang="en-US" altLang="zh-CN" sz="2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8"/>
            </p:custDataLst>
          </p:nvPr>
        </p:nvCxnSpPr>
        <p:spPr>
          <a:xfrm>
            <a:off x="3640550" y="5675970"/>
            <a:ext cx="340803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9"/>
            </p:custDataLst>
          </p:nvPr>
        </p:nvCxnSpPr>
        <p:spPr>
          <a:xfrm>
            <a:off x="7340697" y="5675970"/>
            <a:ext cx="340803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椭圆 11"/>
          <p:cNvSpPr/>
          <p:nvPr>
            <p:custDataLst>
              <p:tags r:id="rId10"/>
            </p:custDataLst>
          </p:nvPr>
        </p:nvSpPr>
        <p:spPr>
          <a:xfrm>
            <a:off x="3399682" y="1332013"/>
            <a:ext cx="898131" cy="898131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11"/>
            </p:custDataLst>
          </p:nvPr>
        </p:nvSpPr>
        <p:spPr>
          <a:xfrm>
            <a:off x="3429791" y="1331373"/>
            <a:ext cx="837273" cy="837273"/>
          </a:xfrm>
          <a:prstGeom prst="ellipse">
            <a:avLst/>
          </a:prstGeom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12"/>
            </p:custDataLst>
          </p:nvPr>
        </p:nvSpPr>
        <p:spPr>
          <a:xfrm>
            <a:off x="7062033" y="1332013"/>
            <a:ext cx="898131" cy="898131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13"/>
            </p:custDataLst>
          </p:nvPr>
        </p:nvSpPr>
        <p:spPr>
          <a:xfrm>
            <a:off x="7092141" y="1331373"/>
            <a:ext cx="837273" cy="837273"/>
          </a:xfrm>
          <a:prstGeom prst="ellipse">
            <a:avLst/>
          </a:prstGeom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形 23" descr="333438303937363b333438313038303bd7e9d6afbcdcb9b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84752" y="1586334"/>
            <a:ext cx="327350" cy="327350"/>
          </a:xfrm>
          <a:prstGeom prst="rect">
            <a:avLst/>
          </a:prstGeom>
        </p:spPr>
      </p:pic>
      <p:pic>
        <p:nvPicPr>
          <p:cNvPr id="26" name="图形 25" descr="333438303937363b333438313039323bcfeec4bfbcc6bbae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347103" y="1586334"/>
            <a:ext cx="326710" cy="32671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import</a:t>
            </a:r>
            <a:r>
              <a:rPr lang="zh-CN" altLang="en-US"/>
              <a:t>语句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95960" y="1393190"/>
            <a:ext cx="10800715" cy="481139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引用名称空间或引用文件，用法：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import 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名称空间或文件名（字符串类型）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;</a:t>
            </a:r>
            <a:endParaRPr lang="en-US" altLang="zh-CN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其中，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$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表示内置文件引用路径（后无需加路径分隔符，如内置的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math.fsc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仅需使用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$math.fsc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），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~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表示当前文件路径（后需加路径分隔符，如当前路径的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a.fsc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需要使用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~/a.fsc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），无论在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Windows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还是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Linux/MacOS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，路径分隔符都为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/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，但在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Windows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下，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\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也会被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ITC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识别成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/</a:t>
            </a:r>
            <a:endParaRPr lang="en-US" altLang="zh-CN" sz="2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FeiSharp.IO(</a:t>
            </a:r>
            <a:r>
              <a:rPr lang="zh-CN" altLang="en-US"/>
              <a:t>名称空间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10" name="椭圆 9"/>
          <p:cNvSpPr/>
          <p:nvPr>
            <p:custDataLst>
              <p:tags r:id="rId2"/>
            </p:custDataLst>
          </p:nvPr>
        </p:nvSpPr>
        <p:spPr>
          <a:xfrm>
            <a:off x="5273040" y="3990171"/>
            <a:ext cx="1645920" cy="1645920"/>
          </a:xfrm>
          <a:prstGeom prst="ellipse">
            <a:avLst/>
          </a:prstGeom>
          <a:noFill/>
          <a:ln>
            <a:gradFill>
              <a:gsLst>
                <a:gs pos="0">
                  <a:schemeClr val="accent1"/>
                </a:gs>
                <a:gs pos="78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环2"/>
          <p:cNvSpPr/>
          <p:nvPr>
            <p:custDataLst>
              <p:tags r:id="rId3"/>
            </p:custDataLst>
          </p:nvPr>
        </p:nvSpPr>
        <p:spPr>
          <a:xfrm>
            <a:off x="2085599" y="4617592"/>
            <a:ext cx="8020803" cy="1361271"/>
          </a:xfrm>
          <a:custGeom>
            <a:avLst/>
            <a:gdLst>
              <a:gd name="connsiteX0" fmla="*/ 6063732 w 6845299"/>
              <a:gd name="connsiteY0" fmla="*/ 247688 h 1361271"/>
              <a:gd name="connsiteX1" fmla="*/ 6845299 w 6845299"/>
              <a:gd name="connsiteY1" fmla="*/ 680635 h 1361271"/>
              <a:gd name="connsiteX2" fmla="*/ 3422649 w 6845299"/>
              <a:gd name="connsiteY2" fmla="*/ 1361271 h 1361271"/>
              <a:gd name="connsiteX3" fmla="*/ 0 w 6845299"/>
              <a:gd name="connsiteY3" fmla="*/ 680636 h 1361271"/>
              <a:gd name="connsiteX4" fmla="*/ 3422650 w 6845299"/>
              <a:gd name="connsiteY4" fmla="*/ 0 h 1361271"/>
              <a:gd name="connsiteX5" fmla="*/ 6063732 w 6845299"/>
              <a:gd name="connsiteY5" fmla="*/ 247688 h 1361271"/>
              <a:gd name="connsiteX6" fmla="*/ 5627629 w 6845299"/>
              <a:gd name="connsiteY6" fmla="*/ 261458 h 1361271"/>
              <a:gd name="connsiteX7" fmla="*/ 3435819 w 6845299"/>
              <a:gd name="connsiteY7" fmla="*/ 55904 h 1361271"/>
              <a:gd name="connsiteX8" fmla="*/ 595393 w 6845299"/>
              <a:gd name="connsiteY8" fmla="*/ 620756 h 1361271"/>
              <a:gd name="connsiteX9" fmla="*/ 3435819 w 6845299"/>
              <a:gd name="connsiteY9" fmla="*/ 1185609 h 1361271"/>
              <a:gd name="connsiteX10" fmla="*/ 6276245 w 6845299"/>
              <a:gd name="connsiteY10" fmla="*/ 620757 h 1361271"/>
              <a:gd name="connsiteX11" fmla="*/ 5627629 w 6845299"/>
              <a:gd name="connsiteY11" fmla="*/ 261458 h 1361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45299" h="1361271">
                <a:moveTo>
                  <a:pt x="6063732" y="247688"/>
                </a:moveTo>
                <a:cubicBezTo>
                  <a:pt x="6551994" y="365342"/>
                  <a:pt x="6845300" y="516177"/>
                  <a:pt x="6845299" y="680635"/>
                </a:cubicBezTo>
                <a:cubicBezTo>
                  <a:pt x="6845299" y="1056539"/>
                  <a:pt x="5312927" y="1361270"/>
                  <a:pt x="3422649" y="1361271"/>
                </a:cubicBezTo>
                <a:cubicBezTo>
                  <a:pt x="1532372" y="1361270"/>
                  <a:pt x="-1" y="1056539"/>
                  <a:pt x="0" y="680636"/>
                </a:cubicBezTo>
                <a:cubicBezTo>
                  <a:pt x="-1" y="304731"/>
                  <a:pt x="1532373" y="0"/>
                  <a:pt x="3422650" y="0"/>
                </a:cubicBezTo>
                <a:cubicBezTo>
                  <a:pt x="4485931" y="0"/>
                  <a:pt x="5435968" y="96419"/>
                  <a:pt x="6063732" y="247688"/>
                </a:cubicBezTo>
                <a:close/>
                <a:moveTo>
                  <a:pt x="5627629" y="261458"/>
                </a:moveTo>
                <a:cubicBezTo>
                  <a:pt x="5106654" y="135921"/>
                  <a:pt x="4318226" y="55904"/>
                  <a:pt x="3435819" y="55904"/>
                </a:cubicBezTo>
                <a:cubicBezTo>
                  <a:pt x="1867095" y="55904"/>
                  <a:pt x="595393" y="308797"/>
                  <a:pt x="595393" y="620756"/>
                </a:cubicBezTo>
                <a:cubicBezTo>
                  <a:pt x="595393" y="932716"/>
                  <a:pt x="1867095" y="1185608"/>
                  <a:pt x="3435819" y="1185609"/>
                </a:cubicBezTo>
                <a:cubicBezTo>
                  <a:pt x="5004543" y="1185608"/>
                  <a:pt x="6276245" y="932715"/>
                  <a:pt x="6276245" y="620757"/>
                </a:cubicBezTo>
                <a:cubicBezTo>
                  <a:pt x="6276244" y="484274"/>
                  <a:pt x="6032833" y="359098"/>
                  <a:pt x="5627629" y="26145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圆环1"/>
          <p:cNvSpPr/>
          <p:nvPr>
            <p:custDataLst>
              <p:tags r:id="rId4"/>
            </p:custDataLst>
          </p:nvPr>
        </p:nvSpPr>
        <p:spPr>
          <a:xfrm>
            <a:off x="1756178" y="4549012"/>
            <a:ext cx="8679644" cy="1528816"/>
          </a:xfrm>
          <a:prstGeom prst="ellipse">
            <a:avLst/>
          </a:prstGeom>
          <a:noFill/>
          <a:ln>
            <a:gradFill>
              <a:gsLst>
                <a:gs pos="20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5" name="图形 14" descr="343439383331313b343532303033323bd3a6d3c3b9dcc0ed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24934" y="4387443"/>
            <a:ext cx="811128" cy="811128"/>
          </a:xfrm>
          <a:prstGeom prst="rect">
            <a:avLst/>
          </a:prstGeom>
          <a:effectLst>
            <a:outerShdw blurRad="215900" sx="102000" sy="102000" algn="ctr" rotWithShape="0">
              <a:schemeClr val="accent1">
                <a:alpha val="40000"/>
              </a:schemeClr>
            </a:outerShdw>
          </a:effectLst>
        </p:spPr>
      </p:pic>
      <p:sp>
        <p:nvSpPr>
          <p:cNvPr id="45" name="Freeform 14"/>
          <p:cNvSpPr/>
          <p:nvPr>
            <p:custDataLst>
              <p:tags r:id="rId8"/>
            </p:custDataLst>
          </p:nvPr>
        </p:nvSpPr>
        <p:spPr>
          <a:xfrm>
            <a:off x="2665095" y="3636645"/>
            <a:ext cx="2795270" cy="648970"/>
          </a:xfrm>
          <a:custGeom>
            <a:avLst/>
            <a:gdLst/>
            <a:ahLst/>
            <a:cxnLst/>
            <a:rect l="0" t="0" r="0" b="0"/>
            <a:pathLst>
              <a:path w="2475967" h="649108">
                <a:moveTo>
                  <a:pt x="0" y="0"/>
                </a:moveTo>
                <a:lnTo>
                  <a:pt x="0" y="559107"/>
                </a:lnTo>
                <a:cubicBezTo>
                  <a:pt x="0" y="608787"/>
                  <a:pt x="40320" y="649107"/>
                  <a:pt x="90000" y="649107"/>
                </a:cubicBezTo>
                <a:lnTo>
                  <a:pt x="2475966" y="649107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9"/>
            </p:custDataLst>
          </p:nvPr>
        </p:nvSpPr>
        <p:spPr>
          <a:xfrm>
            <a:off x="4000435" y="5270042"/>
            <a:ext cx="4208896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FeiSharp.IO</a:t>
            </a:r>
            <a:endParaRPr lang="en-US" altLang="zh-CN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10"/>
            </p:custDataLst>
          </p:nvPr>
        </p:nvSpPr>
        <p:spPr>
          <a:xfrm>
            <a:off x="1292860" y="2239010"/>
            <a:ext cx="2758440" cy="10502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对一个文件执行覆写操作，用法：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write(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文件路径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,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文件内容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);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11"/>
            </p:custDataLst>
          </p:nvPr>
        </p:nvSpPr>
        <p:spPr>
          <a:xfrm>
            <a:off x="1292860" y="1788795"/>
            <a:ext cx="275844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write</a:t>
            </a:r>
            <a:endParaRPr lang="en-US" altLang="zh-CN" sz="16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4711065" y="2239010"/>
            <a:ext cx="2758440" cy="10502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对一个文件执行追加操作，用法：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append(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文件路径，文件内容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);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3"/>
            </p:custDataLst>
          </p:nvPr>
        </p:nvSpPr>
        <p:spPr>
          <a:xfrm>
            <a:off x="4711065" y="1788795"/>
            <a:ext cx="275844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append</a:t>
            </a:r>
            <a:endParaRPr lang="en-US" altLang="zh-CN" sz="16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4"/>
            </p:custDataLst>
          </p:nvPr>
        </p:nvSpPr>
        <p:spPr>
          <a:xfrm>
            <a:off x="8129270" y="2239010"/>
            <a:ext cx="2770505" cy="10502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获取一个文件的内容，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用法：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read(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文件路径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as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变量名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);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5"/>
            </p:custDataLst>
          </p:nvPr>
        </p:nvSpPr>
        <p:spPr>
          <a:xfrm>
            <a:off x="8128635" y="1788795"/>
            <a:ext cx="2770505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read</a:t>
            </a:r>
            <a:endParaRPr lang="en-US" altLang="zh-CN" sz="16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7" name="椭圆 66"/>
          <p:cNvSpPr/>
          <p:nvPr>
            <p:custDataLst>
              <p:tags r:id="rId16"/>
            </p:custDataLst>
          </p:nvPr>
        </p:nvSpPr>
        <p:spPr>
          <a:xfrm>
            <a:off x="2618911" y="3581948"/>
            <a:ext cx="106983" cy="10698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Freeform 39"/>
          <p:cNvSpPr/>
          <p:nvPr>
            <p:custDataLst>
              <p:tags r:id="rId17"/>
            </p:custDataLst>
          </p:nvPr>
        </p:nvSpPr>
        <p:spPr>
          <a:xfrm>
            <a:off x="6731635" y="3636645"/>
            <a:ext cx="2787650" cy="648970"/>
          </a:xfrm>
          <a:custGeom>
            <a:avLst/>
            <a:gdLst/>
            <a:ahLst/>
            <a:cxnLst/>
            <a:rect l="0" t="0" r="0" b="0"/>
            <a:pathLst>
              <a:path w="2475967" h="649108">
                <a:moveTo>
                  <a:pt x="2475966" y="0"/>
                </a:moveTo>
                <a:lnTo>
                  <a:pt x="2475966" y="559107"/>
                </a:lnTo>
                <a:cubicBezTo>
                  <a:pt x="2475966" y="608787"/>
                  <a:pt x="2435646" y="649107"/>
                  <a:pt x="2385966" y="649107"/>
                </a:cubicBezTo>
                <a:lnTo>
                  <a:pt x="0" y="649107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>
            <p:custDataLst>
              <p:tags r:id="rId18"/>
            </p:custDataLst>
          </p:nvPr>
        </p:nvSpPr>
        <p:spPr>
          <a:xfrm>
            <a:off x="9465945" y="3582100"/>
            <a:ext cx="106680" cy="1066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19"/>
            </p:custDataLst>
          </p:nvPr>
        </p:nvSpPr>
        <p:spPr>
          <a:xfrm>
            <a:off x="6042509" y="3581948"/>
            <a:ext cx="106983" cy="10698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>
            <a:stCxn id="9" idx="4"/>
            <a:endCxn id="10" idx="0"/>
          </p:cNvCxnSpPr>
          <p:nvPr>
            <p:custDataLst>
              <p:tags r:id="rId20"/>
            </p:custDataLst>
          </p:nvPr>
        </p:nvCxnSpPr>
        <p:spPr>
          <a:xfrm>
            <a:off x="6096001" y="3688931"/>
            <a:ext cx="0" cy="301625"/>
          </a:xfrm>
          <a:prstGeom prst="lin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框 6"/>
          <p:cNvSpPr txBox="1"/>
          <p:nvPr/>
        </p:nvSpPr>
        <p:spPr>
          <a:xfrm>
            <a:off x="695960" y="5947410"/>
            <a:ext cx="10202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注：所有文件操作都会提醒用户确认以保证</a:t>
            </a:r>
            <a:r>
              <a:rPr lang="zh-CN" altLang="en-US"/>
              <a:t>安全。</a:t>
            </a:r>
            <a:endParaRPr lang="zh-CN" altLang="en-US"/>
          </a:p>
        </p:txBody>
      </p:sp>
    </p:spTree>
    <p:custDataLst>
      <p:tags r:id="rId2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readline/readkey/ctype/cstr</a:t>
            </a:r>
            <a:endParaRPr lang="en-US" altLang="zh-CN"/>
          </a:p>
        </p:txBody>
      </p:sp>
      <p:pic>
        <p:nvPicPr>
          <p:cNvPr id="4" name="图片 3" descr="E:/设计图片素材/7725950_.jpg7725950_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6755" r="16755"/>
          <a:stretch>
            <a:fillRect/>
          </a:stretch>
        </p:blipFill>
        <p:spPr>
          <a:xfrm>
            <a:off x="7018020" y="1750060"/>
            <a:ext cx="4182745" cy="44475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587" h="7004">
                <a:moveTo>
                  <a:pt x="852" y="0"/>
                </a:moveTo>
                <a:lnTo>
                  <a:pt x="1617" y="0"/>
                </a:lnTo>
                <a:lnTo>
                  <a:pt x="1692" y="62"/>
                </a:lnTo>
                <a:lnTo>
                  <a:pt x="4874" y="62"/>
                </a:lnTo>
                <a:lnTo>
                  <a:pt x="4949" y="0"/>
                </a:lnTo>
                <a:lnTo>
                  <a:pt x="5735" y="0"/>
                </a:lnTo>
                <a:lnTo>
                  <a:pt x="6505" y="635"/>
                </a:lnTo>
                <a:lnTo>
                  <a:pt x="6544" y="667"/>
                </a:lnTo>
                <a:lnTo>
                  <a:pt x="6544" y="1493"/>
                </a:lnTo>
                <a:lnTo>
                  <a:pt x="6587" y="1529"/>
                </a:lnTo>
                <a:lnTo>
                  <a:pt x="6587" y="1973"/>
                </a:lnTo>
                <a:lnTo>
                  <a:pt x="6389" y="2137"/>
                </a:lnTo>
                <a:lnTo>
                  <a:pt x="6389" y="3703"/>
                </a:lnTo>
                <a:lnTo>
                  <a:pt x="6587" y="3866"/>
                </a:lnTo>
                <a:lnTo>
                  <a:pt x="6587" y="4474"/>
                </a:lnTo>
                <a:lnTo>
                  <a:pt x="6518" y="4531"/>
                </a:lnTo>
                <a:lnTo>
                  <a:pt x="6518" y="4898"/>
                </a:lnTo>
                <a:lnTo>
                  <a:pt x="6587" y="4955"/>
                </a:lnTo>
                <a:lnTo>
                  <a:pt x="6587" y="5475"/>
                </a:lnTo>
                <a:lnTo>
                  <a:pt x="6544" y="5511"/>
                </a:lnTo>
                <a:lnTo>
                  <a:pt x="6505" y="5543"/>
                </a:lnTo>
                <a:lnTo>
                  <a:pt x="6505" y="6369"/>
                </a:lnTo>
                <a:lnTo>
                  <a:pt x="5735" y="7004"/>
                </a:lnTo>
                <a:lnTo>
                  <a:pt x="5070" y="7004"/>
                </a:lnTo>
                <a:lnTo>
                  <a:pt x="4909" y="6871"/>
                </a:lnTo>
                <a:lnTo>
                  <a:pt x="1654" y="6871"/>
                </a:lnTo>
                <a:lnTo>
                  <a:pt x="1501" y="7004"/>
                </a:lnTo>
                <a:lnTo>
                  <a:pt x="852" y="7004"/>
                </a:lnTo>
                <a:lnTo>
                  <a:pt x="83" y="6369"/>
                </a:lnTo>
                <a:lnTo>
                  <a:pt x="83" y="5543"/>
                </a:lnTo>
                <a:lnTo>
                  <a:pt x="44" y="5511"/>
                </a:lnTo>
                <a:lnTo>
                  <a:pt x="0" y="5475"/>
                </a:lnTo>
                <a:lnTo>
                  <a:pt x="0" y="4956"/>
                </a:lnTo>
                <a:lnTo>
                  <a:pt x="70" y="4899"/>
                </a:lnTo>
                <a:lnTo>
                  <a:pt x="70" y="4531"/>
                </a:lnTo>
                <a:lnTo>
                  <a:pt x="0" y="4474"/>
                </a:lnTo>
                <a:lnTo>
                  <a:pt x="0" y="3866"/>
                </a:lnTo>
                <a:lnTo>
                  <a:pt x="199" y="3703"/>
                </a:lnTo>
                <a:lnTo>
                  <a:pt x="199" y="2137"/>
                </a:lnTo>
                <a:lnTo>
                  <a:pt x="0" y="1972"/>
                </a:lnTo>
                <a:lnTo>
                  <a:pt x="0" y="1529"/>
                </a:lnTo>
                <a:lnTo>
                  <a:pt x="43" y="1493"/>
                </a:lnTo>
                <a:lnTo>
                  <a:pt x="43" y="667"/>
                </a:lnTo>
                <a:lnTo>
                  <a:pt x="82" y="635"/>
                </a:lnTo>
                <a:lnTo>
                  <a:pt x="852" y="0"/>
                </a:lnTo>
                <a:close/>
              </a:path>
            </a:pathLst>
          </a:cu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30000"/>
                  </a:schemeClr>
                </a:gs>
              </a:gsLst>
              <a:lin ang="5400000" scaled="1"/>
            </a:gradFill>
          </a:ln>
        </p:spPr>
      </p:pic>
      <p:sp>
        <p:nvSpPr>
          <p:cNvPr id="118" name="任意多边形: 形状 117"/>
          <p:cNvSpPr/>
          <p:nvPr>
            <p:custDataLst>
              <p:tags r:id="rId4"/>
            </p:custDataLst>
          </p:nvPr>
        </p:nvSpPr>
        <p:spPr>
          <a:xfrm flipH="1">
            <a:off x="11151870" y="3145790"/>
            <a:ext cx="36000" cy="929640"/>
          </a:xfrm>
          <a:custGeom>
            <a:avLst/>
            <a:gdLst>
              <a:gd name="connsiteX0" fmla="*/ 0 w 29000"/>
              <a:gd name="connsiteY0" fmla="*/ 29000 h 717092"/>
              <a:gd name="connsiteX1" fmla="*/ 0 w 29000"/>
              <a:gd name="connsiteY1" fmla="*/ 688092 h 717092"/>
              <a:gd name="connsiteX2" fmla="*/ 29000 w 29000"/>
              <a:gd name="connsiteY2" fmla="*/ 717093 h 717092"/>
              <a:gd name="connsiteX3" fmla="*/ 29000 w 29000"/>
              <a:gd name="connsiteY3" fmla="*/ 717093 h 717092"/>
              <a:gd name="connsiteX4" fmla="*/ 29000 w 29000"/>
              <a:gd name="connsiteY4" fmla="*/ 717093 h 717092"/>
              <a:gd name="connsiteX5" fmla="*/ 29000 w 29000"/>
              <a:gd name="connsiteY5" fmla="*/ 0 h 717092"/>
              <a:gd name="connsiteX6" fmla="*/ 29000 w 29000"/>
              <a:gd name="connsiteY6" fmla="*/ 0 h 717092"/>
              <a:gd name="connsiteX7" fmla="*/ 29000 w 29000"/>
              <a:gd name="connsiteY7" fmla="*/ 0 h 717092"/>
              <a:gd name="connsiteX8" fmla="*/ 0 w 29000"/>
              <a:gd name="connsiteY8" fmla="*/ 29000 h 7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00" h="717092">
                <a:moveTo>
                  <a:pt x="0" y="29000"/>
                </a:moveTo>
                <a:lnTo>
                  <a:pt x="0" y="688092"/>
                </a:lnTo>
                <a:lnTo>
                  <a:pt x="29000" y="717093"/>
                </a:lnTo>
                <a:lnTo>
                  <a:pt x="29000" y="717093"/>
                </a:lnTo>
                <a:lnTo>
                  <a:pt x="29000" y="717093"/>
                </a:lnTo>
                <a:lnTo>
                  <a:pt x="29000" y="0"/>
                </a:lnTo>
                <a:lnTo>
                  <a:pt x="29000" y="0"/>
                </a:lnTo>
                <a:lnTo>
                  <a:pt x="29000" y="0"/>
                </a:lnTo>
                <a:lnTo>
                  <a:pt x="0" y="29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2700000" scaled="0"/>
          </a:gradFill>
          <a:ln w="6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1" name="任意多边形: 形状 120"/>
          <p:cNvSpPr/>
          <p:nvPr>
            <p:custDataLst>
              <p:tags r:id="rId5"/>
            </p:custDataLst>
          </p:nvPr>
        </p:nvSpPr>
        <p:spPr>
          <a:xfrm flipV="1">
            <a:off x="8230870" y="1700530"/>
            <a:ext cx="1757045" cy="36000"/>
          </a:xfrm>
          <a:custGeom>
            <a:avLst/>
            <a:gdLst>
              <a:gd name="connsiteX0" fmla="*/ 1157786 w 1179613"/>
              <a:gd name="connsiteY0" fmla="*/ 21889 h 21889"/>
              <a:gd name="connsiteX1" fmla="*/ 1179613 w 1179613"/>
              <a:gd name="connsiteY1" fmla="*/ 0 h 21889"/>
              <a:gd name="connsiteX2" fmla="*/ 0 w 1179613"/>
              <a:gd name="connsiteY2" fmla="*/ 0 h 21889"/>
              <a:gd name="connsiteX3" fmla="*/ 21889 w 1179613"/>
              <a:gd name="connsiteY3" fmla="*/ 21889 h 21889"/>
              <a:gd name="connsiteX4" fmla="*/ 1157786 w 1179613"/>
              <a:gd name="connsiteY4" fmla="*/ 21889 h 2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9613" h="21889">
                <a:moveTo>
                  <a:pt x="1157786" y="21889"/>
                </a:moveTo>
                <a:lnTo>
                  <a:pt x="1179613" y="0"/>
                </a:lnTo>
                <a:lnTo>
                  <a:pt x="0" y="0"/>
                </a:lnTo>
                <a:lnTo>
                  <a:pt x="21889" y="21889"/>
                </a:lnTo>
                <a:lnTo>
                  <a:pt x="1157786" y="21889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2700000" scaled="0"/>
          </a:gradFill>
          <a:ln w="6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6"/>
            </p:custDataLst>
          </p:nvPr>
        </p:nvSpPr>
        <p:spPr>
          <a:xfrm>
            <a:off x="995680" y="1659255"/>
            <a:ext cx="632460" cy="620395"/>
          </a:xfrm>
          <a:prstGeom prst="rect">
            <a:avLst/>
          </a:prstGeom>
          <a:gradFill>
            <a:gsLst>
              <a:gs pos="87000">
                <a:schemeClr val="accent1">
                  <a:alpha val="0"/>
                </a:schemeClr>
              </a:gs>
              <a:gs pos="100000">
                <a:schemeClr val="accent1">
                  <a:alpha val="57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任意多边形: 形状 123"/>
          <p:cNvSpPr/>
          <p:nvPr>
            <p:custDataLst>
              <p:tags r:id="rId7"/>
            </p:custDataLst>
          </p:nvPr>
        </p:nvSpPr>
        <p:spPr>
          <a:xfrm>
            <a:off x="944245" y="1595120"/>
            <a:ext cx="728345" cy="735330"/>
          </a:xfrm>
          <a:custGeom>
            <a:avLst/>
            <a:gdLst>
              <a:gd name="connsiteX0" fmla="*/ 33909 w 179069"/>
              <a:gd name="connsiteY0" fmla="*/ 171641 h 171640"/>
              <a:gd name="connsiteX1" fmla="*/ 0 w 179069"/>
              <a:gd name="connsiteY1" fmla="*/ 171641 h 171640"/>
              <a:gd name="connsiteX2" fmla="*/ 0 w 179069"/>
              <a:gd name="connsiteY2" fmla="*/ 0 h 171640"/>
              <a:gd name="connsiteX3" fmla="*/ 179070 w 179069"/>
              <a:gd name="connsiteY3" fmla="*/ 0 h 171640"/>
              <a:gd name="connsiteX4" fmla="*/ 179070 w 179069"/>
              <a:gd name="connsiteY4" fmla="*/ 33909 h 171640"/>
              <a:gd name="connsiteX5" fmla="*/ 33909 w 179069"/>
              <a:gd name="connsiteY5" fmla="*/ 33909 h 171640"/>
              <a:gd name="connsiteX6" fmla="*/ 33909 w 179069"/>
              <a:gd name="connsiteY6" fmla="*/ 171641 h 17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3" h="1668">
                <a:moveTo>
                  <a:pt x="53" y="276"/>
                </a:moveTo>
                <a:lnTo>
                  <a:pt x="0" y="276"/>
                </a:lnTo>
                <a:lnTo>
                  <a:pt x="0" y="6"/>
                </a:lnTo>
                <a:lnTo>
                  <a:pt x="282" y="6"/>
                </a:lnTo>
                <a:lnTo>
                  <a:pt x="282" y="59"/>
                </a:lnTo>
                <a:lnTo>
                  <a:pt x="53" y="59"/>
                </a:lnTo>
                <a:lnTo>
                  <a:pt x="53" y="276"/>
                </a:lnTo>
                <a:close/>
                <a:moveTo>
                  <a:pt x="270" y="1668"/>
                </a:moveTo>
                <a:lnTo>
                  <a:pt x="0" y="1668"/>
                </a:lnTo>
                <a:lnTo>
                  <a:pt x="0" y="1386"/>
                </a:lnTo>
                <a:lnTo>
                  <a:pt x="53" y="1386"/>
                </a:lnTo>
                <a:lnTo>
                  <a:pt x="53" y="1615"/>
                </a:lnTo>
                <a:lnTo>
                  <a:pt x="270" y="1615"/>
                </a:lnTo>
                <a:lnTo>
                  <a:pt x="270" y="1668"/>
                </a:lnTo>
                <a:close/>
                <a:moveTo>
                  <a:pt x="1653" y="1662"/>
                </a:moveTo>
                <a:lnTo>
                  <a:pt x="1371" y="1662"/>
                </a:lnTo>
                <a:lnTo>
                  <a:pt x="1371" y="1609"/>
                </a:lnTo>
                <a:lnTo>
                  <a:pt x="1600" y="1609"/>
                </a:lnTo>
                <a:lnTo>
                  <a:pt x="1600" y="1392"/>
                </a:lnTo>
                <a:lnTo>
                  <a:pt x="1653" y="1392"/>
                </a:lnTo>
                <a:lnTo>
                  <a:pt x="1653" y="1662"/>
                </a:lnTo>
                <a:close/>
                <a:moveTo>
                  <a:pt x="1653" y="282"/>
                </a:moveTo>
                <a:lnTo>
                  <a:pt x="1600" y="282"/>
                </a:lnTo>
                <a:lnTo>
                  <a:pt x="1600" y="53"/>
                </a:lnTo>
                <a:lnTo>
                  <a:pt x="1383" y="53"/>
                </a:lnTo>
                <a:lnTo>
                  <a:pt x="1383" y="0"/>
                </a:lnTo>
                <a:lnTo>
                  <a:pt x="1653" y="0"/>
                </a:lnTo>
                <a:lnTo>
                  <a:pt x="1653" y="282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任意多边形: 形状 126"/>
          <p:cNvSpPr/>
          <p:nvPr>
            <p:custDataLst>
              <p:tags r:id="rId8"/>
            </p:custDataLst>
          </p:nvPr>
        </p:nvSpPr>
        <p:spPr>
          <a:xfrm>
            <a:off x="1001395" y="2098040"/>
            <a:ext cx="621665" cy="175260"/>
          </a:xfrm>
          <a:custGeom>
            <a:avLst/>
            <a:gdLst>
              <a:gd name="connsiteX0" fmla="*/ -269 w 896112"/>
              <a:gd name="connsiteY0" fmla="*/ -402 h 252888"/>
              <a:gd name="connsiteX1" fmla="*/ 47356 w 896112"/>
              <a:gd name="connsiteY1" fmla="*/ 47223 h 252888"/>
              <a:gd name="connsiteX2" fmla="*/ 47356 w 896112"/>
              <a:gd name="connsiteY2" fmla="*/ 216101 h 252888"/>
              <a:gd name="connsiteX3" fmla="*/ 856028 w 896112"/>
              <a:gd name="connsiteY3" fmla="*/ 216101 h 252888"/>
              <a:gd name="connsiteX4" fmla="*/ 856028 w 896112"/>
              <a:gd name="connsiteY4" fmla="*/ 40175 h 252888"/>
              <a:gd name="connsiteX5" fmla="*/ 895843 w 896112"/>
              <a:gd name="connsiteY5" fmla="*/ 360 h 252888"/>
              <a:gd name="connsiteX6" fmla="*/ 894605 w 896112"/>
              <a:gd name="connsiteY6" fmla="*/ 252487 h 252888"/>
              <a:gd name="connsiteX7" fmla="*/ -269 w 896112"/>
              <a:gd name="connsiteY7" fmla="*/ 252487 h 252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6112" h="252888">
                <a:moveTo>
                  <a:pt x="-269" y="-402"/>
                </a:moveTo>
                <a:cubicBezTo>
                  <a:pt x="-269" y="1027"/>
                  <a:pt x="47356" y="47223"/>
                  <a:pt x="47356" y="47223"/>
                </a:cubicBezTo>
                <a:lnTo>
                  <a:pt x="47356" y="216101"/>
                </a:lnTo>
                <a:lnTo>
                  <a:pt x="856028" y="216101"/>
                </a:lnTo>
                <a:lnTo>
                  <a:pt x="856028" y="40175"/>
                </a:lnTo>
                <a:lnTo>
                  <a:pt x="895843" y="360"/>
                </a:lnTo>
                <a:lnTo>
                  <a:pt x="894605" y="252487"/>
                </a:lnTo>
                <a:lnTo>
                  <a:pt x="-269" y="252487"/>
                </a:lnTo>
                <a:close/>
              </a:path>
            </a:pathLst>
          </a:custGeom>
          <a:solidFill>
            <a:schemeClr val="accent1">
              <a:alpha val="59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9"/>
            </p:custDataLst>
          </p:nvPr>
        </p:nvSpPr>
        <p:spPr>
          <a:xfrm>
            <a:off x="1944370" y="2000250"/>
            <a:ext cx="4264660" cy="6311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获取用户输入（遇到换行符停止），用法：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readline(“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变量名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”);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1944370" y="1627505"/>
            <a:ext cx="4264660" cy="32512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readline</a:t>
            </a:r>
            <a:endParaRPr lang="en-US" altLang="zh-CN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任意多边形: 形状 254"/>
          <p:cNvSpPr/>
          <p:nvPr>
            <p:custDataLst>
              <p:tags r:id="rId11"/>
            </p:custDataLst>
          </p:nvPr>
        </p:nvSpPr>
        <p:spPr>
          <a:xfrm flipV="1">
            <a:off x="1621790" y="1930400"/>
            <a:ext cx="4573270" cy="76200"/>
          </a:xfrm>
          <a:custGeom>
            <a:avLst/>
            <a:gdLst>
              <a:gd name="connsiteX0" fmla="*/ 0 w 7301"/>
              <a:gd name="connsiteY0" fmla="*/ 209 h 209"/>
              <a:gd name="connsiteX1" fmla="*/ 314 w 7301"/>
              <a:gd name="connsiteY1" fmla="*/ 208 h 209"/>
              <a:gd name="connsiteX2" fmla="*/ 507 w 7301"/>
              <a:gd name="connsiteY2" fmla="*/ 0 h 209"/>
              <a:gd name="connsiteX3" fmla="*/ 7301 w 7301"/>
              <a:gd name="connsiteY3" fmla="*/ 35 h 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01" h="209">
                <a:moveTo>
                  <a:pt x="0" y="209"/>
                </a:moveTo>
                <a:lnTo>
                  <a:pt x="314" y="208"/>
                </a:lnTo>
                <a:lnTo>
                  <a:pt x="507" y="0"/>
                </a:lnTo>
                <a:lnTo>
                  <a:pt x="7301" y="35"/>
                </a:lnTo>
              </a:path>
            </a:pathLst>
          </a:custGeom>
          <a:noFill/>
          <a:ln w="127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>
                    <a:alpha val="65000"/>
                  </a:schemeClr>
                </a:gs>
              </a:gsLst>
              <a:lin ang="10800000" scaled="1"/>
            </a:gradFill>
            <a:headEnd type="none"/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12"/>
            </p:custDataLst>
          </p:nvPr>
        </p:nvSpPr>
        <p:spPr>
          <a:xfrm>
            <a:off x="995680" y="5290185"/>
            <a:ext cx="632460" cy="620395"/>
          </a:xfrm>
          <a:prstGeom prst="rect">
            <a:avLst/>
          </a:prstGeom>
          <a:gradFill>
            <a:gsLst>
              <a:gs pos="87000">
                <a:schemeClr val="accent1">
                  <a:alpha val="0"/>
                </a:schemeClr>
              </a:gs>
              <a:gs pos="100000">
                <a:schemeClr val="accent1">
                  <a:alpha val="57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04</a:t>
            </a:r>
            <a:endParaRPr lang="en-US" altLang="zh-CN" sz="2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任意多边形: 形状 123"/>
          <p:cNvSpPr/>
          <p:nvPr>
            <p:custDataLst>
              <p:tags r:id="rId13"/>
            </p:custDataLst>
          </p:nvPr>
        </p:nvSpPr>
        <p:spPr>
          <a:xfrm>
            <a:off x="944245" y="5226050"/>
            <a:ext cx="728345" cy="735330"/>
          </a:xfrm>
          <a:custGeom>
            <a:avLst/>
            <a:gdLst>
              <a:gd name="connsiteX0" fmla="*/ 33909 w 179069"/>
              <a:gd name="connsiteY0" fmla="*/ 171641 h 171640"/>
              <a:gd name="connsiteX1" fmla="*/ 0 w 179069"/>
              <a:gd name="connsiteY1" fmla="*/ 171641 h 171640"/>
              <a:gd name="connsiteX2" fmla="*/ 0 w 179069"/>
              <a:gd name="connsiteY2" fmla="*/ 0 h 171640"/>
              <a:gd name="connsiteX3" fmla="*/ 179070 w 179069"/>
              <a:gd name="connsiteY3" fmla="*/ 0 h 171640"/>
              <a:gd name="connsiteX4" fmla="*/ 179070 w 179069"/>
              <a:gd name="connsiteY4" fmla="*/ 33909 h 171640"/>
              <a:gd name="connsiteX5" fmla="*/ 33909 w 179069"/>
              <a:gd name="connsiteY5" fmla="*/ 33909 h 171640"/>
              <a:gd name="connsiteX6" fmla="*/ 33909 w 179069"/>
              <a:gd name="connsiteY6" fmla="*/ 171641 h 17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3" h="1668">
                <a:moveTo>
                  <a:pt x="53" y="276"/>
                </a:moveTo>
                <a:lnTo>
                  <a:pt x="0" y="276"/>
                </a:lnTo>
                <a:lnTo>
                  <a:pt x="0" y="6"/>
                </a:lnTo>
                <a:lnTo>
                  <a:pt x="282" y="6"/>
                </a:lnTo>
                <a:lnTo>
                  <a:pt x="282" y="59"/>
                </a:lnTo>
                <a:lnTo>
                  <a:pt x="53" y="59"/>
                </a:lnTo>
                <a:lnTo>
                  <a:pt x="53" y="276"/>
                </a:lnTo>
                <a:close/>
                <a:moveTo>
                  <a:pt x="270" y="1668"/>
                </a:moveTo>
                <a:lnTo>
                  <a:pt x="0" y="1668"/>
                </a:lnTo>
                <a:lnTo>
                  <a:pt x="0" y="1386"/>
                </a:lnTo>
                <a:lnTo>
                  <a:pt x="53" y="1386"/>
                </a:lnTo>
                <a:lnTo>
                  <a:pt x="53" y="1615"/>
                </a:lnTo>
                <a:lnTo>
                  <a:pt x="270" y="1615"/>
                </a:lnTo>
                <a:lnTo>
                  <a:pt x="270" y="1668"/>
                </a:lnTo>
                <a:close/>
                <a:moveTo>
                  <a:pt x="1653" y="1662"/>
                </a:moveTo>
                <a:lnTo>
                  <a:pt x="1371" y="1662"/>
                </a:lnTo>
                <a:lnTo>
                  <a:pt x="1371" y="1609"/>
                </a:lnTo>
                <a:lnTo>
                  <a:pt x="1600" y="1609"/>
                </a:lnTo>
                <a:lnTo>
                  <a:pt x="1600" y="1392"/>
                </a:lnTo>
                <a:lnTo>
                  <a:pt x="1653" y="1392"/>
                </a:lnTo>
                <a:lnTo>
                  <a:pt x="1653" y="1662"/>
                </a:lnTo>
                <a:close/>
                <a:moveTo>
                  <a:pt x="1653" y="282"/>
                </a:moveTo>
                <a:lnTo>
                  <a:pt x="1600" y="282"/>
                </a:lnTo>
                <a:lnTo>
                  <a:pt x="1600" y="53"/>
                </a:lnTo>
                <a:lnTo>
                  <a:pt x="1383" y="53"/>
                </a:lnTo>
                <a:lnTo>
                  <a:pt x="1383" y="0"/>
                </a:lnTo>
                <a:lnTo>
                  <a:pt x="1653" y="0"/>
                </a:lnTo>
                <a:lnTo>
                  <a:pt x="1653" y="282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1" name="任意多边形: 形状 126"/>
          <p:cNvSpPr/>
          <p:nvPr>
            <p:custDataLst>
              <p:tags r:id="rId14"/>
            </p:custDataLst>
          </p:nvPr>
        </p:nvSpPr>
        <p:spPr>
          <a:xfrm>
            <a:off x="1001395" y="5728970"/>
            <a:ext cx="621665" cy="175260"/>
          </a:xfrm>
          <a:custGeom>
            <a:avLst/>
            <a:gdLst>
              <a:gd name="connsiteX0" fmla="*/ -269 w 896112"/>
              <a:gd name="connsiteY0" fmla="*/ -402 h 252888"/>
              <a:gd name="connsiteX1" fmla="*/ 47356 w 896112"/>
              <a:gd name="connsiteY1" fmla="*/ 47223 h 252888"/>
              <a:gd name="connsiteX2" fmla="*/ 47356 w 896112"/>
              <a:gd name="connsiteY2" fmla="*/ 216101 h 252888"/>
              <a:gd name="connsiteX3" fmla="*/ 856028 w 896112"/>
              <a:gd name="connsiteY3" fmla="*/ 216101 h 252888"/>
              <a:gd name="connsiteX4" fmla="*/ 856028 w 896112"/>
              <a:gd name="connsiteY4" fmla="*/ 40175 h 252888"/>
              <a:gd name="connsiteX5" fmla="*/ 895843 w 896112"/>
              <a:gd name="connsiteY5" fmla="*/ 360 h 252888"/>
              <a:gd name="connsiteX6" fmla="*/ 894605 w 896112"/>
              <a:gd name="connsiteY6" fmla="*/ 252487 h 252888"/>
              <a:gd name="connsiteX7" fmla="*/ -269 w 896112"/>
              <a:gd name="connsiteY7" fmla="*/ 252487 h 252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6112" h="252888">
                <a:moveTo>
                  <a:pt x="-269" y="-402"/>
                </a:moveTo>
                <a:cubicBezTo>
                  <a:pt x="-269" y="1027"/>
                  <a:pt x="47356" y="47223"/>
                  <a:pt x="47356" y="47223"/>
                </a:cubicBezTo>
                <a:lnTo>
                  <a:pt x="47356" y="216101"/>
                </a:lnTo>
                <a:lnTo>
                  <a:pt x="856028" y="216101"/>
                </a:lnTo>
                <a:lnTo>
                  <a:pt x="856028" y="40175"/>
                </a:lnTo>
                <a:lnTo>
                  <a:pt x="895843" y="360"/>
                </a:lnTo>
                <a:lnTo>
                  <a:pt x="894605" y="252487"/>
                </a:lnTo>
                <a:lnTo>
                  <a:pt x="-269" y="252487"/>
                </a:lnTo>
                <a:close/>
              </a:path>
            </a:pathLst>
          </a:custGeom>
          <a:solidFill>
            <a:schemeClr val="accent1">
              <a:alpha val="59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5"/>
            </p:custDataLst>
          </p:nvPr>
        </p:nvSpPr>
        <p:spPr>
          <a:xfrm>
            <a:off x="1944370" y="5631180"/>
            <a:ext cx="4264660" cy="6311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转换成字符串，用法：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cstr(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转换目标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, ”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转换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后存储变量名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”);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6"/>
            </p:custDataLst>
          </p:nvPr>
        </p:nvSpPr>
        <p:spPr>
          <a:xfrm>
            <a:off x="1944370" y="5258435"/>
            <a:ext cx="4264660" cy="32512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cstr</a:t>
            </a:r>
            <a:endParaRPr lang="en-US" altLang="zh-CN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5" name="任意多边形: 形状 254"/>
          <p:cNvSpPr/>
          <p:nvPr>
            <p:custDataLst>
              <p:tags r:id="rId17"/>
            </p:custDataLst>
          </p:nvPr>
        </p:nvSpPr>
        <p:spPr>
          <a:xfrm flipV="1">
            <a:off x="1621790" y="5561330"/>
            <a:ext cx="4573270" cy="76200"/>
          </a:xfrm>
          <a:custGeom>
            <a:avLst/>
            <a:gdLst>
              <a:gd name="connsiteX0" fmla="*/ 0 w 7301"/>
              <a:gd name="connsiteY0" fmla="*/ 209 h 209"/>
              <a:gd name="connsiteX1" fmla="*/ 314 w 7301"/>
              <a:gd name="connsiteY1" fmla="*/ 208 h 209"/>
              <a:gd name="connsiteX2" fmla="*/ 507 w 7301"/>
              <a:gd name="connsiteY2" fmla="*/ 0 h 209"/>
              <a:gd name="connsiteX3" fmla="*/ 7301 w 7301"/>
              <a:gd name="connsiteY3" fmla="*/ 35 h 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01" h="209">
                <a:moveTo>
                  <a:pt x="0" y="209"/>
                </a:moveTo>
                <a:lnTo>
                  <a:pt x="314" y="208"/>
                </a:lnTo>
                <a:lnTo>
                  <a:pt x="507" y="0"/>
                </a:lnTo>
                <a:lnTo>
                  <a:pt x="7301" y="35"/>
                </a:lnTo>
              </a:path>
            </a:pathLst>
          </a:custGeom>
          <a:noFill/>
          <a:ln w="127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>
                    <a:alpha val="65000"/>
                  </a:schemeClr>
                </a:gs>
              </a:gsLst>
              <a:lin ang="10800000" scaled="1"/>
            </a:gradFill>
            <a:headEnd type="none"/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>
            <p:custDataLst>
              <p:tags r:id="rId18"/>
            </p:custDataLst>
          </p:nvPr>
        </p:nvSpPr>
        <p:spPr>
          <a:xfrm>
            <a:off x="995680" y="2869565"/>
            <a:ext cx="632460" cy="620395"/>
          </a:xfrm>
          <a:prstGeom prst="rect">
            <a:avLst/>
          </a:prstGeom>
          <a:gradFill>
            <a:gsLst>
              <a:gs pos="87000">
                <a:schemeClr val="accent1">
                  <a:alpha val="0"/>
                </a:schemeClr>
              </a:gs>
              <a:gs pos="100000">
                <a:schemeClr val="accent1">
                  <a:alpha val="57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0" name="任意多边形: 形状 123"/>
          <p:cNvSpPr/>
          <p:nvPr>
            <p:custDataLst>
              <p:tags r:id="rId19"/>
            </p:custDataLst>
          </p:nvPr>
        </p:nvSpPr>
        <p:spPr>
          <a:xfrm>
            <a:off x="944245" y="2805430"/>
            <a:ext cx="728345" cy="735330"/>
          </a:xfrm>
          <a:custGeom>
            <a:avLst/>
            <a:gdLst>
              <a:gd name="connsiteX0" fmla="*/ 33909 w 179069"/>
              <a:gd name="connsiteY0" fmla="*/ 171641 h 171640"/>
              <a:gd name="connsiteX1" fmla="*/ 0 w 179069"/>
              <a:gd name="connsiteY1" fmla="*/ 171641 h 171640"/>
              <a:gd name="connsiteX2" fmla="*/ 0 w 179069"/>
              <a:gd name="connsiteY2" fmla="*/ 0 h 171640"/>
              <a:gd name="connsiteX3" fmla="*/ 179070 w 179069"/>
              <a:gd name="connsiteY3" fmla="*/ 0 h 171640"/>
              <a:gd name="connsiteX4" fmla="*/ 179070 w 179069"/>
              <a:gd name="connsiteY4" fmla="*/ 33909 h 171640"/>
              <a:gd name="connsiteX5" fmla="*/ 33909 w 179069"/>
              <a:gd name="connsiteY5" fmla="*/ 33909 h 171640"/>
              <a:gd name="connsiteX6" fmla="*/ 33909 w 179069"/>
              <a:gd name="connsiteY6" fmla="*/ 171641 h 17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3" h="1668">
                <a:moveTo>
                  <a:pt x="53" y="276"/>
                </a:moveTo>
                <a:lnTo>
                  <a:pt x="0" y="276"/>
                </a:lnTo>
                <a:lnTo>
                  <a:pt x="0" y="6"/>
                </a:lnTo>
                <a:lnTo>
                  <a:pt x="282" y="6"/>
                </a:lnTo>
                <a:lnTo>
                  <a:pt x="282" y="59"/>
                </a:lnTo>
                <a:lnTo>
                  <a:pt x="53" y="59"/>
                </a:lnTo>
                <a:lnTo>
                  <a:pt x="53" y="276"/>
                </a:lnTo>
                <a:close/>
                <a:moveTo>
                  <a:pt x="270" y="1668"/>
                </a:moveTo>
                <a:lnTo>
                  <a:pt x="0" y="1668"/>
                </a:lnTo>
                <a:lnTo>
                  <a:pt x="0" y="1386"/>
                </a:lnTo>
                <a:lnTo>
                  <a:pt x="53" y="1386"/>
                </a:lnTo>
                <a:lnTo>
                  <a:pt x="53" y="1615"/>
                </a:lnTo>
                <a:lnTo>
                  <a:pt x="270" y="1615"/>
                </a:lnTo>
                <a:lnTo>
                  <a:pt x="270" y="1668"/>
                </a:lnTo>
                <a:close/>
                <a:moveTo>
                  <a:pt x="1653" y="1662"/>
                </a:moveTo>
                <a:lnTo>
                  <a:pt x="1371" y="1662"/>
                </a:lnTo>
                <a:lnTo>
                  <a:pt x="1371" y="1609"/>
                </a:lnTo>
                <a:lnTo>
                  <a:pt x="1600" y="1609"/>
                </a:lnTo>
                <a:lnTo>
                  <a:pt x="1600" y="1392"/>
                </a:lnTo>
                <a:lnTo>
                  <a:pt x="1653" y="1392"/>
                </a:lnTo>
                <a:lnTo>
                  <a:pt x="1653" y="1662"/>
                </a:lnTo>
                <a:close/>
                <a:moveTo>
                  <a:pt x="1653" y="282"/>
                </a:moveTo>
                <a:lnTo>
                  <a:pt x="1600" y="282"/>
                </a:lnTo>
                <a:lnTo>
                  <a:pt x="1600" y="53"/>
                </a:lnTo>
                <a:lnTo>
                  <a:pt x="1383" y="53"/>
                </a:lnTo>
                <a:lnTo>
                  <a:pt x="1383" y="0"/>
                </a:lnTo>
                <a:lnTo>
                  <a:pt x="1653" y="0"/>
                </a:lnTo>
                <a:lnTo>
                  <a:pt x="1653" y="282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1" name="任意多边形: 形状 126"/>
          <p:cNvSpPr/>
          <p:nvPr>
            <p:custDataLst>
              <p:tags r:id="rId20"/>
            </p:custDataLst>
          </p:nvPr>
        </p:nvSpPr>
        <p:spPr>
          <a:xfrm>
            <a:off x="1001395" y="3308350"/>
            <a:ext cx="621665" cy="175260"/>
          </a:xfrm>
          <a:custGeom>
            <a:avLst/>
            <a:gdLst>
              <a:gd name="connsiteX0" fmla="*/ -269 w 896112"/>
              <a:gd name="connsiteY0" fmla="*/ -402 h 252888"/>
              <a:gd name="connsiteX1" fmla="*/ 47356 w 896112"/>
              <a:gd name="connsiteY1" fmla="*/ 47223 h 252888"/>
              <a:gd name="connsiteX2" fmla="*/ 47356 w 896112"/>
              <a:gd name="connsiteY2" fmla="*/ 216101 h 252888"/>
              <a:gd name="connsiteX3" fmla="*/ 856028 w 896112"/>
              <a:gd name="connsiteY3" fmla="*/ 216101 h 252888"/>
              <a:gd name="connsiteX4" fmla="*/ 856028 w 896112"/>
              <a:gd name="connsiteY4" fmla="*/ 40175 h 252888"/>
              <a:gd name="connsiteX5" fmla="*/ 895843 w 896112"/>
              <a:gd name="connsiteY5" fmla="*/ 360 h 252888"/>
              <a:gd name="connsiteX6" fmla="*/ 894605 w 896112"/>
              <a:gd name="connsiteY6" fmla="*/ 252487 h 252888"/>
              <a:gd name="connsiteX7" fmla="*/ -269 w 896112"/>
              <a:gd name="connsiteY7" fmla="*/ 252487 h 252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6112" h="252888">
                <a:moveTo>
                  <a:pt x="-269" y="-402"/>
                </a:moveTo>
                <a:cubicBezTo>
                  <a:pt x="-269" y="1027"/>
                  <a:pt x="47356" y="47223"/>
                  <a:pt x="47356" y="47223"/>
                </a:cubicBezTo>
                <a:lnTo>
                  <a:pt x="47356" y="216101"/>
                </a:lnTo>
                <a:lnTo>
                  <a:pt x="856028" y="216101"/>
                </a:lnTo>
                <a:lnTo>
                  <a:pt x="856028" y="40175"/>
                </a:lnTo>
                <a:lnTo>
                  <a:pt x="895843" y="360"/>
                </a:lnTo>
                <a:lnTo>
                  <a:pt x="894605" y="252487"/>
                </a:lnTo>
                <a:lnTo>
                  <a:pt x="-269" y="252487"/>
                </a:lnTo>
                <a:close/>
              </a:path>
            </a:pathLst>
          </a:custGeom>
          <a:solidFill>
            <a:schemeClr val="accent1">
              <a:alpha val="59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2" name="矩形 31"/>
          <p:cNvSpPr/>
          <p:nvPr>
            <p:custDataLst>
              <p:tags r:id="rId21"/>
            </p:custDataLst>
          </p:nvPr>
        </p:nvSpPr>
        <p:spPr>
          <a:xfrm>
            <a:off x="1944370" y="3210560"/>
            <a:ext cx="4264660" cy="6311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获取用户键（字符），用法：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readkey(“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变量名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”);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4" name="矩形 33"/>
          <p:cNvSpPr/>
          <p:nvPr>
            <p:custDataLst>
              <p:tags r:id="rId22"/>
            </p:custDataLst>
          </p:nvPr>
        </p:nvSpPr>
        <p:spPr>
          <a:xfrm>
            <a:off x="1944370" y="2837815"/>
            <a:ext cx="4264660" cy="32512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readkey</a:t>
            </a:r>
            <a:endParaRPr lang="en-US" altLang="zh-CN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5" name="任意多边形: 形状 254"/>
          <p:cNvSpPr/>
          <p:nvPr>
            <p:custDataLst>
              <p:tags r:id="rId23"/>
            </p:custDataLst>
          </p:nvPr>
        </p:nvSpPr>
        <p:spPr>
          <a:xfrm flipV="1">
            <a:off x="1621790" y="3140710"/>
            <a:ext cx="4573270" cy="76200"/>
          </a:xfrm>
          <a:custGeom>
            <a:avLst/>
            <a:gdLst>
              <a:gd name="connsiteX0" fmla="*/ 0 w 7301"/>
              <a:gd name="connsiteY0" fmla="*/ 209 h 209"/>
              <a:gd name="connsiteX1" fmla="*/ 314 w 7301"/>
              <a:gd name="connsiteY1" fmla="*/ 208 h 209"/>
              <a:gd name="connsiteX2" fmla="*/ 507 w 7301"/>
              <a:gd name="connsiteY2" fmla="*/ 0 h 209"/>
              <a:gd name="connsiteX3" fmla="*/ 7301 w 7301"/>
              <a:gd name="connsiteY3" fmla="*/ 35 h 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01" h="209">
                <a:moveTo>
                  <a:pt x="0" y="209"/>
                </a:moveTo>
                <a:lnTo>
                  <a:pt x="314" y="208"/>
                </a:lnTo>
                <a:lnTo>
                  <a:pt x="507" y="0"/>
                </a:lnTo>
                <a:lnTo>
                  <a:pt x="7301" y="35"/>
                </a:lnTo>
              </a:path>
            </a:pathLst>
          </a:custGeom>
          <a:noFill/>
          <a:ln w="127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>
                    <a:alpha val="65000"/>
                  </a:schemeClr>
                </a:gs>
              </a:gsLst>
              <a:lin ang="10800000" scaled="1"/>
            </a:gradFill>
            <a:headEnd type="none"/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>
            <p:custDataLst>
              <p:tags r:id="rId24"/>
            </p:custDataLst>
          </p:nvPr>
        </p:nvSpPr>
        <p:spPr>
          <a:xfrm>
            <a:off x="995680" y="4079875"/>
            <a:ext cx="632460" cy="620395"/>
          </a:xfrm>
          <a:prstGeom prst="rect">
            <a:avLst/>
          </a:prstGeom>
          <a:gradFill>
            <a:gsLst>
              <a:gs pos="87000">
                <a:schemeClr val="accent1">
                  <a:alpha val="0"/>
                </a:schemeClr>
              </a:gs>
              <a:gs pos="100000">
                <a:schemeClr val="accent1">
                  <a:alpha val="57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9" name="任意多边形: 形状 123"/>
          <p:cNvSpPr/>
          <p:nvPr>
            <p:custDataLst>
              <p:tags r:id="rId25"/>
            </p:custDataLst>
          </p:nvPr>
        </p:nvSpPr>
        <p:spPr>
          <a:xfrm>
            <a:off x="944245" y="4015740"/>
            <a:ext cx="728345" cy="735330"/>
          </a:xfrm>
          <a:custGeom>
            <a:avLst/>
            <a:gdLst>
              <a:gd name="connsiteX0" fmla="*/ 33909 w 179069"/>
              <a:gd name="connsiteY0" fmla="*/ 171641 h 171640"/>
              <a:gd name="connsiteX1" fmla="*/ 0 w 179069"/>
              <a:gd name="connsiteY1" fmla="*/ 171641 h 171640"/>
              <a:gd name="connsiteX2" fmla="*/ 0 w 179069"/>
              <a:gd name="connsiteY2" fmla="*/ 0 h 171640"/>
              <a:gd name="connsiteX3" fmla="*/ 179070 w 179069"/>
              <a:gd name="connsiteY3" fmla="*/ 0 h 171640"/>
              <a:gd name="connsiteX4" fmla="*/ 179070 w 179069"/>
              <a:gd name="connsiteY4" fmla="*/ 33909 h 171640"/>
              <a:gd name="connsiteX5" fmla="*/ 33909 w 179069"/>
              <a:gd name="connsiteY5" fmla="*/ 33909 h 171640"/>
              <a:gd name="connsiteX6" fmla="*/ 33909 w 179069"/>
              <a:gd name="connsiteY6" fmla="*/ 171641 h 17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3" h="1668">
                <a:moveTo>
                  <a:pt x="53" y="276"/>
                </a:moveTo>
                <a:lnTo>
                  <a:pt x="0" y="276"/>
                </a:lnTo>
                <a:lnTo>
                  <a:pt x="0" y="6"/>
                </a:lnTo>
                <a:lnTo>
                  <a:pt x="282" y="6"/>
                </a:lnTo>
                <a:lnTo>
                  <a:pt x="282" y="59"/>
                </a:lnTo>
                <a:lnTo>
                  <a:pt x="53" y="59"/>
                </a:lnTo>
                <a:lnTo>
                  <a:pt x="53" y="276"/>
                </a:lnTo>
                <a:close/>
                <a:moveTo>
                  <a:pt x="270" y="1668"/>
                </a:moveTo>
                <a:lnTo>
                  <a:pt x="0" y="1668"/>
                </a:lnTo>
                <a:lnTo>
                  <a:pt x="0" y="1386"/>
                </a:lnTo>
                <a:lnTo>
                  <a:pt x="53" y="1386"/>
                </a:lnTo>
                <a:lnTo>
                  <a:pt x="53" y="1615"/>
                </a:lnTo>
                <a:lnTo>
                  <a:pt x="270" y="1615"/>
                </a:lnTo>
                <a:lnTo>
                  <a:pt x="270" y="1668"/>
                </a:lnTo>
                <a:close/>
                <a:moveTo>
                  <a:pt x="1653" y="1662"/>
                </a:moveTo>
                <a:lnTo>
                  <a:pt x="1371" y="1662"/>
                </a:lnTo>
                <a:lnTo>
                  <a:pt x="1371" y="1609"/>
                </a:lnTo>
                <a:lnTo>
                  <a:pt x="1600" y="1609"/>
                </a:lnTo>
                <a:lnTo>
                  <a:pt x="1600" y="1392"/>
                </a:lnTo>
                <a:lnTo>
                  <a:pt x="1653" y="1392"/>
                </a:lnTo>
                <a:lnTo>
                  <a:pt x="1653" y="1662"/>
                </a:lnTo>
                <a:close/>
                <a:moveTo>
                  <a:pt x="1653" y="282"/>
                </a:moveTo>
                <a:lnTo>
                  <a:pt x="1600" y="282"/>
                </a:lnTo>
                <a:lnTo>
                  <a:pt x="1600" y="53"/>
                </a:lnTo>
                <a:lnTo>
                  <a:pt x="1383" y="53"/>
                </a:lnTo>
                <a:lnTo>
                  <a:pt x="1383" y="0"/>
                </a:lnTo>
                <a:lnTo>
                  <a:pt x="1653" y="0"/>
                </a:lnTo>
                <a:lnTo>
                  <a:pt x="1653" y="282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0" name="任意多边形: 形状 126"/>
          <p:cNvSpPr/>
          <p:nvPr>
            <p:custDataLst>
              <p:tags r:id="rId26"/>
            </p:custDataLst>
          </p:nvPr>
        </p:nvSpPr>
        <p:spPr>
          <a:xfrm>
            <a:off x="1001395" y="4518660"/>
            <a:ext cx="621665" cy="175260"/>
          </a:xfrm>
          <a:custGeom>
            <a:avLst/>
            <a:gdLst>
              <a:gd name="connsiteX0" fmla="*/ -269 w 896112"/>
              <a:gd name="connsiteY0" fmla="*/ -402 h 252888"/>
              <a:gd name="connsiteX1" fmla="*/ 47356 w 896112"/>
              <a:gd name="connsiteY1" fmla="*/ 47223 h 252888"/>
              <a:gd name="connsiteX2" fmla="*/ 47356 w 896112"/>
              <a:gd name="connsiteY2" fmla="*/ 216101 h 252888"/>
              <a:gd name="connsiteX3" fmla="*/ 856028 w 896112"/>
              <a:gd name="connsiteY3" fmla="*/ 216101 h 252888"/>
              <a:gd name="connsiteX4" fmla="*/ 856028 w 896112"/>
              <a:gd name="connsiteY4" fmla="*/ 40175 h 252888"/>
              <a:gd name="connsiteX5" fmla="*/ 895843 w 896112"/>
              <a:gd name="connsiteY5" fmla="*/ 360 h 252888"/>
              <a:gd name="connsiteX6" fmla="*/ 894605 w 896112"/>
              <a:gd name="connsiteY6" fmla="*/ 252487 h 252888"/>
              <a:gd name="connsiteX7" fmla="*/ -269 w 896112"/>
              <a:gd name="connsiteY7" fmla="*/ 252487 h 252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6112" h="252888">
                <a:moveTo>
                  <a:pt x="-269" y="-402"/>
                </a:moveTo>
                <a:cubicBezTo>
                  <a:pt x="-269" y="1027"/>
                  <a:pt x="47356" y="47223"/>
                  <a:pt x="47356" y="47223"/>
                </a:cubicBezTo>
                <a:lnTo>
                  <a:pt x="47356" y="216101"/>
                </a:lnTo>
                <a:lnTo>
                  <a:pt x="856028" y="216101"/>
                </a:lnTo>
                <a:lnTo>
                  <a:pt x="856028" y="40175"/>
                </a:lnTo>
                <a:lnTo>
                  <a:pt x="895843" y="360"/>
                </a:lnTo>
                <a:lnTo>
                  <a:pt x="894605" y="252487"/>
                </a:lnTo>
                <a:lnTo>
                  <a:pt x="-269" y="252487"/>
                </a:lnTo>
                <a:close/>
              </a:path>
            </a:pathLst>
          </a:custGeom>
          <a:solidFill>
            <a:schemeClr val="accent1">
              <a:alpha val="59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1" name="矩形 40"/>
          <p:cNvSpPr/>
          <p:nvPr>
            <p:custDataLst>
              <p:tags r:id="rId27"/>
            </p:custDataLst>
          </p:nvPr>
        </p:nvSpPr>
        <p:spPr>
          <a:xfrm>
            <a:off x="1944370" y="4420870"/>
            <a:ext cx="4264660" cy="6311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转换基本类型，用法：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ctype(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要转换的量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”, “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类型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”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“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转换后存储变量名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”);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注：类型在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FeiSharp.System.Data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下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2" name="矩形 41"/>
          <p:cNvSpPr/>
          <p:nvPr>
            <p:custDataLst>
              <p:tags r:id="rId28"/>
            </p:custDataLst>
          </p:nvPr>
        </p:nvSpPr>
        <p:spPr>
          <a:xfrm>
            <a:off x="1944370" y="4048125"/>
            <a:ext cx="4264660" cy="32512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ctype</a:t>
            </a:r>
            <a:endParaRPr lang="en-US" altLang="zh-CN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3" name="任意多边形: 形状 254"/>
          <p:cNvSpPr/>
          <p:nvPr>
            <p:custDataLst>
              <p:tags r:id="rId29"/>
            </p:custDataLst>
          </p:nvPr>
        </p:nvSpPr>
        <p:spPr>
          <a:xfrm flipV="1">
            <a:off x="1621790" y="4351020"/>
            <a:ext cx="4576445" cy="76200"/>
          </a:xfrm>
          <a:custGeom>
            <a:avLst/>
            <a:gdLst>
              <a:gd name="connsiteX0" fmla="*/ 0 w 7301"/>
              <a:gd name="connsiteY0" fmla="*/ 209 h 209"/>
              <a:gd name="connsiteX1" fmla="*/ 314 w 7301"/>
              <a:gd name="connsiteY1" fmla="*/ 208 h 209"/>
              <a:gd name="connsiteX2" fmla="*/ 507 w 7301"/>
              <a:gd name="connsiteY2" fmla="*/ 0 h 209"/>
              <a:gd name="connsiteX3" fmla="*/ 7301 w 7301"/>
              <a:gd name="connsiteY3" fmla="*/ 35 h 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01" h="209">
                <a:moveTo>
                  <a:pt x="0" y="209"/>
                </a:moveTo>
                <a:lnTo>
                  <a:pt x="314" y="208"/>
                </a:lnTo>
                <a:lnTo>
                  <a:pt x="507" y="0"/>
                </a:lnTo>
                <a:lnTo>
                  <a:pt x="7301" y="35"/>
                </a:lnTo>
              </a:path>
            </a:pathLst>
          </a:custGeom>
          <a:noFill/>
          <a:ln w="127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>
                    <a:alpha val="65000"/>
                  </a:schemeClr>
                </a:gs>
              </a:gsLst>
              <a:lin ang="10800000" scaled="1"/>
            </a:gradFill>
            <a:headEnd type="none"/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3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$math.fsc/$text.fsc/$prelude.fsc/FeiSharp.Net/rand</a:t>
            </a:r>
            <a:r>
              <a:rPr lang="zh-CN" altLang="en-US"/>
              <a:t>语句</a:t>
            </a:r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6018530" y="1776730"/>
            <a:ext cx="5476875" cy="4302760"/>
          </a:xfrm>
          <a:prstGeom prst="rect">
            <a:avLst/>
          </a:prstGeom>
          <a:gradFill>
            <a:gsLst>
              <a:gs pos="52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94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pic>
        <p:nvPicPr>
          <p:cNvPr id="10" name="图片 9" descr="E:/设计图片素材/7900721_.jpg7900721_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7018" t="690" r="12038"/>
          <a:stretch>
            <a:fillRect/>
          </a:stretch>
        </p:blipFill>
        <p:spPr>
          <a:xfrm>
            <a:off x="694690" y="1853565"/>
            <a:ext cx="4989830" cy="41128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222" h="6387">
                <a:moveTo>
                  <a:pt x="373" y="0"/>
                </a:moveTo>
                <a:lnTo>
                  <a:pt x="8222" y="0"/>
                </a:lnTo>
                <a:lnTo>
                  <a:pt x="8222" y="6014"/>
                </a:lnTo>
                <a:lnTo>
                  <a:pt x="7849" y="6387"/>
                </a:lnTo>
                <a:lnTo>
                  <a:pt x="0" y="6387"/>
                </a:lnTo>
                <a:lnTo>
                  <a:pt x="0" y="373"/>
                </a:lnTo>
                <a:lnTo>
                  <a:pt x="373" y="0"/>
                </a:lnTo>
                <a:close/>
              </a:path>
            </a:pathLst>
          </a:custGeom>
          <a:solidFill>
            <a:schemeClr val="accent1"/>
          </a:solidFill>
          <a:ln w="6350">
            <a:solidFill>
              <a:schemeClr val="accent1"/>
            </a:solidFill>
          </a:ln>
        </p:spPr>
      </p:pic>
      <p:cxnSp>
        <p:nvCxnSpPr>
          <p:cNvPr id="402" name="直接连接符 401"/>
          <p:cNvCxnSpPr/>
          <p:nvPr>
            <p:custDataLst>
              <p:tags r:id="rId5"/>
            </p:custDataLst>
          </p:nvPr>
        </p:nvCxnSpPr>
        <p:spPr>
          <a:xfrm>
            <a:off x="876935" y="1751330"/>
            <a:ext cx="2118360" cy="0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>
            <a:solidFill>
              <a:schemeClr val="accent1"/>
            </a:solidFill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3" name="直接连接符 402"/>
          <p:cNvCxnSpPr/>
          <p:nvPr>
            <p:custDataLst>
              <p:tags r:id="rId6"/>
            </p:custDataLst>
          </p:nvPr>
        </p:nvCxnSpPr>
        <p:spPr>
          <a:xfrm flipH="1">
            <a:off x="650875" y="1749425"/>
            <a:ext cx="227965" cy="227965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>
            <a:solidFill>
              <a:schemeClr val="accent1"/>
            </a:solidFill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8" name="直接连接符 377"/>
          <p:cNvCxnSpPr/>
          <p:nvPr>
            <p:custDataLst>
              <p:tags r:id="rId7"/>
            </p:custDataLst>
          </p:nvPr>
        </p:nvCxnSpPr>
        <p:spPr>
          <a:xfrm>
            <a:off x="4404995" y="6055995"/>
            <a:ext cx="1080135" cy="0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rnd">
            <a:solidFill>
              <a:schemeClr val="accent1"/>
            </a:solidFill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9" name="直接连接符 378"/>
          <p:cNvCxnSpPr/>
          <p:nvPr>
            <p:custDataLst>
              <p:tags r:id="rId8"/>
            </p:custDataLst>
          </p:nvPr>
        </p:nvCxnSpPr>
        <p:spPr>
          <a:xfrm flipV="1">
            <a:off x="5485765" y="5796915"/>
            <a:ext cx="257810" cy="258445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rnd">
            <a:solidFill>
              <a:schemeClr val="accent1"/>
            </a:solidFill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半闭框 52"/>
          <p:cNvSpPr/>
          <p:nvPr>
            <p:custDataLst>
              <p:tags r:id="rId9"/>
            </p:custDataLst>
          </p:nvPr>
        </p:nvSpPr>
        <p:spPr>
          <a:xfrm rot="5400000" flipH="1">
            <a:off x="11108055" y="5699760"/>
            <a:ext cx="342900" cy="433070"/>
          </a:xfrm>
          <a:prstGeom prst="halfFrame">
            <a:avLst>
              <a:gd name="adj1" fmla="val 8991"/>
              <a:gd name="adj2" fmla="val 8991"/>
            </a:avLst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cs typeface="黑体" panose="02010609060101010101" charset="-122"/>
              <a:sym typeface="MiSans Normal" panose="00000500000000000000" charset="-122"/>
            </a:endParaRPr>
          </a:p>
        </p:txBody>
      </p:sp>
      <p:sp>
        <p:nvSpPr>
          <p:cNvPr id="54" name="梯形 53"/>
          <p:cNvSpPr/>
          <p:nvPr>
            <p:custDataLst>
              <p:tags r:id="rId10"/>
            </p:custDataLst>
          </p:nvPr>
        </p:nvSpPr>
        <p:spPr>
          <a:xfrm flipV="1">
            <a:off x="11202035" y="6087745"/>
            <a:ext cx="239395" cy="22860"/>
          </a:xfrm>
          <a:prstGeom prst="trapezoid">
            <a:avLst>
              <a:gd name="adj" fmla="val 49390"/>
            </a:avLst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cs typeface="黑体" panose="02010609060101010101" charset="-122"/>
              <a:sym typeface="MiSans Normal" panose="00000500000000000000" charset="-122"/>
            </a:endParaRPr>
          </a:p>
        </p:txBody>
      </p:sp>
      <p:cxnSp>
        <p:nvCxnSpPr>
          <p:cNvPr id="69" name="直接连接符 68"/>
          <p:cNvCxnSpPr/>
          <p:nvPr>
            <p:custDataLst>
              <p:tags r:id="rId11"/>
            </p:custDataLst>
          </p:nvPr>
        </p:nvCxnSpPr>
        <p:spPr>
          <a:xfrm>
            <a:off x="6005830" y="5806440"/>
            <a:ext cx="0" cy="28956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>
            <p:custDataLst>
              <p:tags r:id="rId12"/>
            </p:custDataLst>
          </p:nvPr>
        </p:nvCxnSpPr>
        <p:spPr>
          <a:xfrm rot="16200000">
            <a:off x="6148070" y="5948680"/>
            <a:ext cx="0" cy="28956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>
            <p:custDataLst>
              <p:tags r:id="rId13"/>
            </p:custDataLst>
          </p:nvPr>
        </p:nvCxnSpPr>
        <p:spPr>
          <a:xfrm flipH="1" flipV="1">
            <a:off x="11509375" y="1757680"/>
            <a:ext cx="0" cy="28956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>
            <p:custDataLst>
              <p:tags r:id="rId14"/>
            </p:custDataLst>
          </p:nvPr>
        </p:nvCxnSpPr>
        <p:spPr>
          <a:xfrm rot="16200000" flipH="1" flipV="1">
            <a:off x="11367135" y="1615440"/>
            <a:ext cx="0" cy="28956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1" name="任意多边形 390"/>
          <p:cNvSpPr/>
          <p:nvPr>
            <p:custDataLst>
              <p:tags r:id="rId15"/>
            </p:custDataLst>
          </p:nvPr>
        </p:nvSpPr>
        <p:spPr>
          <a:xfrm>
            <a:off x="713740" y="6055995"/>
            <a:ext cx="1547495" cy="762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2437" h="120">
                <a:moveTo>
                  <a:pt x="0" y="120"/>
                </a:moveTo>
                <a:lnTo>
                  <a:pt x="30" y="0"/>
                </a:lnTo>
                <a:lnTo>
                  <a:pt x="172" y="0"/>
                </a:lnTo>
                <a:lnTo>
                  <a:pt x="142" y="120"/>
                </a:lnTo>
                <a:lnTo>
                  <a:pt x="0" y="120"/>
                </a:lnTo>
                <a:close/>
                <a:moveTo>
                  <a:pt x="226" y="120"/>
                </a:moveTo>
                <a:lnTo>
                  <a:pt x="256" y="0"/>
                </a:lnTo>
                <a:lnTo>
                  <a:pt x="398" y="0"/>
                </a:lnTo>
                <a:lnTo>
                  <a:pt x="368" y="120"/>
                </a:lnTo>
                <a:lnTo>
                  <a:pt x="226" y="120"/>
                </a:lnTo>
                <a:close/>
                <a:moveTo>
                  <a:pt x="453" y="120"/>
                </a:moveTo>
                <a:lnTo>
                  <a:pt x="483" y="0"/>
                </a:lnTo>
                <a:lnTo>
                  <a:pt x="625" y="0"/>
                </a:lnTo>
                <a:lnTo>
                  <a:pt x="595" y="120"/>
                </a:lnTo>
                <a:lnTo>
                  <a:pt x="453" y="120"/>
                </a:lnTo>
                <a:close/>
                <a:moveTo>
                  <a:pt x="679" y="120"/>
                </a:moveTo>
                <a:lnTo>
                  <a:pt x="709" y="0"/>
                </a:lnTo>
                <a:lnTo>
                  <a:pt x="851" y="0"/>
                </a:lnTo>
                <a:lnTo>
                  <a:pt x="821" y="120"/>
                </a:lnTo>
                <a:lnTo>
                  <a:pt x="679" y="120"/>
                </a:lnTo>
                <a:close/>
                <a:moveTo>
                  <a:pt x="906" y="120"/>
                </a:moveTo>
                <a:lnTo>
                  <a:pt x="936" y="0"/>
                </a:lnTo>
                <a:lnTo>
                  <a:pt x="1078" y="0"/>
                </a:lnTo>
                <a:lnTo>
                  <a:pt x="1048" y="120"/>
                </a:lnTo>
                <a:lnTo>
                  <a:pt x="906" y="120"/>
                </a:lnTo>
                <a:close/>
                <a:moveTo>
                  <a:pt x="1132" y="120"/>
                </a:moveTo>
                <a:lnTo>
                  <a:pt x="1162" y="0"/>
                </a:lnTo>
                <a:lnTo>
                  <a:pt x="1304" y="0"/>
                </a:lnTo>
                <a:lnTo>
                  <a:pt x="1274" y="120"/>
                </a:lnTo>
                <a:lnTo>
                  <a:pt x="1132" y="120"/>
                </a:lnTo>
                <a:close/>
                <a:moveTo>
                  <a:pt x="1359" y="120"/>
                </a:moveTo>
                <a:lnTo>
                  <a:pt x="1389" y="0"/>
                </a:lnTo>
                <a:lnTo>
                  <a:pt x="1531" y="0"/>
                </a:lnTo>
                <a:lnTo>
                  <a:pt x="1501" y="120"/>
                </a:lnTo>
                <a:lnTo>
                  <a:pt x="1359" y="120"/>
                </a:lnTo>
                <a:close/>
                <a:moveTo>
                  <a:pt x="1585" y="120"/>
                </a:moveTo>
                <a:lnTo>
                  <a:pt x="1615" y="0"/>
                </a:lnTo>
                <a:lnTo>
                  <a:pt x="1757" y="0"/>
                </a:lnTo>
                <a:lnTo>
                  <a:pt x="1727" y="120"/>
                </a:lnTo>
                <a:lnTo>
                  <a:pt x="1585" y="120"/>
                </a:lnTo>
                <a:close/>
                <a:moveTo>
                  <a:pt x="1812" y="120"/>
                </a:moveTo>
                <a:lnTo>
                  <a:pt x="1842" y="0"/>
                </a:lnTo>
                <a:lnTo>
                  <a:pt x="1984" y="0"/>
                </a:lnTo>
                <a:lnTo>
                  <a:pt x="1954" y="120"/>
                </a:lnTo>
                <a:lnTo>
                  <a:pt x="1812" y="120"/>
                </a:lnTo>
                <a:close/>
                <a:moveTo>
                  <a:pt x="2038" y="120"/>
                </a:moveTo>
                <a:lnTo>
                  <a:pt x="2068" y="0"/>
                </a:lnTo>
                <a:lnTo>
                  <a:pt x="2210" y="0"/>
                </a:lnTo>
                <a:lnTo>
                  <a:pt x="2180" y="120"/>
                </a:lnTo>
                <a:lnTo>
                  <a:pt x="2038" y="120"/>
                </a:lnTo>
                <a:close/>
                <a:moveTo>
                  <a:pt x="2265" y="120"/>
                </a:moveTo>
                <a:lnTo>
                  <a:pt x="2295" y="0"/>
                </a:lnTo>
                <a:lnTo>
                  <a:pt x="2437" y="0"/>
                </a:lnTo>
                <a:lnTo>
                  <a:pt x="2407" y="120"/>
                </a:lnTo>
                <a:lnTo>
                  <a:pt x="2265" y="12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127000" algn="ctr" rotWithShape="0">
              <a:srgbClr val="65B4D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84" name="任意多边形 83"/>
          <p:cNvSpPr/>
          <p:nvPr>
            <p:custDataLst>
              <p:tags r:id="rId16"/>
            </p:custDataLst>
          </p:nvPr>
        </p:nvSpPr>
        <p:spPr>
          <a:xfrm flipV="1">
            <a:off x="5987098" y="1752600"/>
            <a:ext cx="732155" cy="347663"/>
          </a:xfrm>
          <a:custGeom>
            <a:avLst/>
            <a:gdLst>
              <a:gd name="it" fmla="*/ h 7 12"/>
              <a:gd name="ir" fmla="*/ w 7 12"/>
              <a:gd name="ib" fmla="*/ h 11 12"/>
            </a:gdLst>
            <a:ahLst/>
            <a:cxnLst>
              <a:cxn ang="3">
                <a:pos x="l" y="t"/>
              </a:cxn>
              <a:cxn ang="cd2">
                <a:pos x="l" y="vc"/>
              </a:cxn>
              <a:cxn ang="cd4">
                <a:pos x="l" y="b"/>
              </a:cxn>
              <a:cxn ang="cd4">
                <a:pos x="hc" y="b"/>
              </a:cxn>
              <a:cxn ang="cd4">
                <a:pos x="r" y="b"/>
              </a:cxn>
              <a:cxn ang="0">
                <a:pos x="hc" y="vc"/>
              </a:cxn>
            </a:cxnLst>
            <a:rect l="l" t="t" r="r" b="b"/>
            <a:pathLst>
              <a:path w="1153" h="548">
                <a:moveTo>
                  <a:pt x="0" y="0"/>
                </a:moveTo>
                <a:lnTo>
                  <a:pt x="46" y="21"/>
                </a:lnTo>
                <a:lnTo>
                  <a:pt x="46" y="363"/>
                </a:lnTo>
                <a:lnTo>
                  <a:pt x="163" y="468"/>
                </a:lnTo>
                <a:lnTo>
                  <a:pt x="1049" y="468"/>
                </a:lnTo>
                <a:lnTo>
                  <a:pt x="1153" y="514"/>
                </a:lnTo>
                <a:lnTo>
                  <a:pt x="673" y="514"/>
                </a:lnTo>
                <a:lnTo>
                  <a:pt x="657" y="548"/>
                </a:lnTo>
                <a:lnTo>
                  <a:pt x="332" y="548"/>
                </a:lnTo>
                <a:lnTo>
                  <a:pt x="316" y="514"/>
                </a:lnTo>
                <a:lnTo>
                  <a:pt x="0" y="5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cs typeface="黑体" panose="02010609060101010101" charset="-122"/>
              <a:sym typeface="MiSans Normal" panose="00000500000000000000" charset="-122"/>
            </a:endParaRPr>
          </a:p>
        </p:txBody>
      </p:sp>
      <p:pic>
        <p:nvPicPr>
          <p:cNvPr id="93" name="图片 92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22235" y="1669415"/>
            <a:ext cx="2199640" cy="231775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30870" y="1749425"/>
            <a:ext cx="1182370" cy="71755"/>
          </a:xfrm>
          <a:prstGeom prst="rect">
            <a:avLst/>
          </a:prstGeom>
        </p:spPr>
      </p:pic>
      <p:sp>
        <p:nvSpPr>
          <p:cNvPr id="95" name="菱形 94"/>
          <p:cNvSpPr/>
          <p:nvPr>
            <p:custDataLst>
              <p:tags r:id="rId20"/>
            </p:custDataLst>
          </p:nvPr>
        </p:nvSpPr>
        <p:spPr>
          <a:xfrm flipV="1">
            <a:off x="7670800" y="1776095"/>
            <a:ext cx="2302510" cy="17780"/>
          </a:xfrm>
          <a:prstGeom prst="diamond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  <a:gs pos="5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21"/>
            </p:custDataLst>
          </p:nvPr>
        </p:nvSpPr>
        <p:spPr>
          <a:xfrm>
            <a:off x="6218873" y="2005331"/>
            <a:ext cx="5076190" cy="38455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$math.fsc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是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FeiSharp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数学库文件，它包括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sin/cos/tan/asin/acos/atan/abs/sqrt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函数，使用方式均为数学中调用多个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方式。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$text.fsc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是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FeiSharp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中的文本处理库文件，它包含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strfromindex/strindexof/strreplace/strlen/substr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函数，其使用均和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C#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的保持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一致。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$prelude.fsc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是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FeiSharp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所有内置库文件的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全部。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FeiSharp.Net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名称空间包含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gethtml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函数，用法：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gethtml(“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网址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”,“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存储变量名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”);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rand: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取整形随机数函数，用法：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rand(“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存储变量名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”,  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最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小限制，最大限制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);</a:t>
            </a:r>
            <a:endParaRPr lang="en-US" altLang="zh-CN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致谢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PART THREE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感谢您的观看</a:t>
            </a:r>
            <a:endParaRPr lang="zh-CN" altLang="en-US"/>
          </a:p>
        </p:txBody>
      </p:sp>
      <p:sp>
        <p:nvSpPr>
          <p:cNvPr id="3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lstStyle/>
          <a:p>
            <a:r>
              <a:rPr lang="zh-CN" altLang="en-US"/>
              <a:t>您可以点击此链接下载</a:t>
            </a:r>
            <a:r>
              <a:rPr lang="en-US" altLang="zh-CN"/>
              <a:t>FeiSharp</a:t>
            </a:r>
            <a:r>
              <a:rPr lang="zh-CN" altLang="en-US"/>
              <a:t>：</a:t>
            </a:r>
            <a:r>
              <a:rPr lang="en-US" altLang="zh-CN"/>
              <a:t>https://mars-feifei.github.io/feitools.github.io/feisharp/download.html</a:t>
            </a:r>
            <a:endParaRPr lang="en-US" altLang="zh-CN"/>
          </a:p>
        </p:txBody>
      </p:sp>
      <p:sp>
        <p:nvSpPr>
          <p:cNvPr id="18" name="任意多边形: 形状 17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887730" y="5908040"/>
            <a:ext cx="4749800" cy="461645"/>
          </a:xfrm>
          <a:custGeom>
            <a:avLst/>
            <a:gdLst>
              <a:gd name="connsiteX0" fmla="*/ 0 w 236029"/>
              <a:gd name="connsiteY0" fmla="*/ 3619 h 341090"/>
              <a:gd name="connsiteX1" fmla="*/ 191 w 236029"/>
              <a:gd name="connsiteY1" fmla="*/ 2477 h 341090"/>
              <a:gd name="connsiteX2" fmla="*/ 667 w 236029"/>
              <a:gd name="connsiteY2" fmla="*/ 1429 h 341090"/>
              <a:gd name="connsiteX3" fmla="*/ 1429 w 236029"/>
              <a:gd name="connsiteY3" fmla="*/ 667 h 341090"/>
              <a:gd name="connsiteX4" fmla="*/ 2477 w 236029"/>
              <a:gd name="connsiteY4" fmla="*/ 190 h 341090"/>
              <a:gd name="connsiteX5" fmla="*/ 3620 w 236029"/>
              <a:gd name="connsiteY5" fmla="*/ 0 h 341090"/>
              <a:gd name="connsiteX6" fmla="*/ 232410 w 236029"/>
              <a:gd name="connsiteY6" fmla="*/ 0 h 341090"/>
              <a:gd name="connsiteX7" fmla="*/ 233553 w 236029"/>
              <a:gd name="connsiteY7" fmla="*/ 190 h 341090"/>
              <a:gd name="connsiteX8" fmla="*/ 234601 w 236029"/>
              <a:gd name="connsiteY8" fmla="*/ 667 h 341090"/>
              <a:gd name="connsiteX9" fmla="*/ 235363 w 236029"/>
              <a:gd name="connsiteY9" fmla="*/ 1429 h 341090"/>
              <a:gd name="connsiteX10" fmla="*/ 235839 w 236029"/>
              <a:gd name="connsiteY10" fmla="*/ 2477 h 341090"/>
              <a:gd name="connsiteX11" fmla="*/ 236030 w 236029"/>
              <a:gd name="connsiteY11" fmla="*/ 3619 h 341090"/>
              <a:gd name="connsiteX12" fmla="*/ 236030 w 236029"/>
              <a:gd name="connsiteY12" fmla="*/ 60007 h 341090"/>
              <a:gd name="connsiteX13" fmla="*/ 235839 w 236029"/>
              <a:gd name="connsiteY13" fmla="*/ 61151 h 341090"/>
              <a:gd name="connsiteX14" fmla="*/ 235363 w 236029"/>
              <a:gd name="connsiteY14" fmla="*/ 62198 h 341090"/>
              <a:gd name="connsiteX15" fmla="*/ 234601 w 236029"/>
              <a:gd name="connsiteY15" fmla="*/ 62960 h 341090"/>
              <a:gd name="connsiteX16" fmla="*/ 233553 w 236029"/>
              <a:gd name="connsiteY16" fmla="*/ 63437 h 341090"/>
              <a:gd name="connsiteX17" fmla="*/ 232410 w 236029"/>
              <a:gd name="connsiteY17" fmla="*/ 63627 h 341090"/>
              <a:gd name="connsiteX18" fmla="*/ 71152 w 236029"/>
              <a:gd name="connsiteY18" fmla="*/ 63627 h 341090"/>
              <a:gd name="connsiteX19" fmla="*/ 74771 w 236029"/>
              <a:gd name="connsiteY19" fmla="*/ 60007 h 341090"/>
              <a:gd name="connsiteX20" fmla="*/ 74771 w 236029"/>
              <a:gd name="connsiteY20" fmla="*/ 139256 h 341090"/>
              <a:gd name="connsiteX21" fmla="*/ 71152 w 236029"/>
              <a:gd name="connsiteY21" fmla="*/ 135541 h 341090"/>
              <a:gd name="connsiteX22" fmla="*/ 210503 w 236029"/>
              <a:gd name="connsiteY22" fmla="*/ 135541 h 341090"/>
              <a:gd name="connsiteX23" fmla="*/ 211646 w 236029"/>
              <a:gd name="connsiteY23" fmla="*/ 135731 h 341090"/>
              <a:gd name="connsiteX24" fmla="*/ 212693 w 236029"/>
              <a:gd name="connsiteY24" fmla="*/ 136208 h 341090"/>
              <a:gd name="connsiteX25" fmla="*/ 213455 w 236029"/>
              <a:gd name="connsiteY25" fmla="*/ 136970 h 341090"/>
              <a:gd name="connsiteX26" fmla="*/ 213931 w 236029"/>
              <a:gd name="connsiteY26" fmla="*/ 138017 h 341090"/>
              <a:gd name="connsiteX27" fmla="*/ 214122 w 236029"/>
              <a:gd name="connsiteY27" fmla="*/ 139160 h 341090"/>
              <a:gd name="connsiteX28" fmla="*/ 214122 w 236029"/>
              <a:gd name="connsiteY28" fmla="*/ 195548 h 341090"/>
              <a:gd name="connsiteX29" fmla="*/ 213931 w 236029"/>
              <a:gd name="connsiteY29" fmla="*/ 196691 h 341090"/>
              <a:gd name="connsiteX30" fmla="*/ 213455 w 236029"/>
              <a:gd name="connsiteY30" fmla="*/ 197739 h 341090"/>
              <a:gd name="connsiteX31" fmla="*/ 212693 w 236029"/>
              <a:gd name="connsiteY31" fmla="*/ 198501 h 341090"/>
              <a:gd name="connsiteX32" fmla="*/ 211646 w 236029"/>
              <a:gd name="connsiteY32" fmla="*/ 198977 h 341090"/>
              <a:gd name="connsiteX33" fmla="*/ 210503 w 236029"/>
              <a:gd name="connsiteY33" fmla="*/ 199168 h 341090"/>
              <a:gd name="connsiteX34" fmla="*/ 71152 w 236029"/>
              <a:gd name="connsiteY34" fmla="*/ 199168 h 341090"/>
              <a:gd name="connsiteX35" fmla="*/ 74771 w 236029"/>
              <a:gd name="connsiteY35" fmla="*/ 195548 h 341090"/>
              <a:gd name="connsiteX36" fmla="*/ 74771 w 236029"/>
              <a:gd name="connsiteY36" fmla="*/ 337471 h 341090"/>
              <a:gd name="connsiteX37" fmla="*/ 74581 w 236029"/>
              <a:gd name="connsiteY37" fmla="*/ 338614 h 341090"/>
              <a:gd name="connsiteX38" fmla="*/ 74105 w 236029"/>
              <a:gd name="connsiteY38" fmla="*/ 339662 h 341090"/>
              <a:gd name="connsiteX39" fmla="*/ 73343 w 236029"/>
              <a:gd name="connsiteY39" fmla="*/ 340424 h 341090"/>
              <a:gd name="connsiteX40" fmla="*/ 72295 w 236029"/>
              <a:gd name="connsiteY40" fmla="*/ 340900 h 341090"/>
              <a:gd name="connsiteX41" fmla="*/ 71152 w 236029"/>
              <a:gd name="connsiteY41" fmla="*/ 341090 h 341090"/>
              <a:gd name="connsiteX42" fmla="*/ 3620 w 236029"/>
              <a:gd name="connsiteY42" fmla="*/ 341090 h 341090"/>
              <a:gd name="connsiteX43" fmla="*/ 2477 w 236029"/>
              <a:gd name="connsiteY43" fmla="*/ 340900 h 341090"/>
              <a:gd name="connsiteX44" fmla="*/ 1429 w 236029"/>
              <a:gd name="connsiteY44" fmla="*/ 340424 h 341090"/>
              <a:gd name="connsiteX45" fmla="*/ 667 w 236029"/>
              <a:gd name="connsiteY45" fmla="*/ 339662 h 341090"/>
              <a:gd name="connsiteX46" fmla="*/ 191 w 236029"/>
              <a:gd name="connsiteY46" fmla="*/ 338614 h 341090"/>
              <a:gd name="connsiteX47" fmla="*/ 0 w 236029"/>
              <a:gd name="connsiteY47" fmla="*/ 337471 h 341090"/>
              <a:gd name="connsiteX48" fmla="*/ 0 w 236029"/>
              <a:gd name="connsiteY48" fmla="*/ 3619 h 341090"/>
              <a:gd name="connsiteX49" fmla="*/ 0 w 236029"/>
              <a:gd name="connsiteY49" fmla="*/ 3619 h 341090"/>
              <a:gd name="connsiteX50" fmla="*/ 0 w 236029"/>
              <a:gd name="connsiteY50" fmla="*/ 3619 h 341090"/>
              <a:gd name="connsiteX51" fmla="*/ 7239 w 236029"/>
              <a:gd name="connsiteY51" fmla="*/ 337471 h 341090"/>
              <a:gd name="connsiteX52" fmla="*/ 3620 w 236029"/>
              <a:gd name="connsiteY52" fmla="*/ 333851 h 341090"/>
              <a:gd name="connsiteX53" fmla="*/ 71152 w 236029"/>
              <a:gd name="connsiteY53" fmla="*/ 333851 h 341090"/>
              <a:gd name="connsiteX54" fmla="*/ 67532 w 236029"/>
              <a:gd name="connsiteY54" fmla="*/ 337471 h 341090"/>
              <a:gd name="connsiteX55" fmla="*/ 67532 w 236029"/>
              <a:gd name="connsiteY55" fmla="*/ 195548 h 341090"/>
              <a:gd name="connsiteX56" fmla="*/ 67723 w 236029"/>
              <a:gd name="connsiteY56" fmla="*/ 194405 h 341090"/>
              <a:gd name="connsiteX57" fmla="*/ 68199 w 236029"/>
              <a:gd name="connsiteY57" fmla="*/ 193358 h 341090"/>
              <a:gd name="connsiteX58" fmla="*/ 68961 w 236029"/>
              <a:gd name="connsiteY58" fmla="*/ 192596 h 341090"/>
              <a:gd name="connsiteX59" fmla="*/ 70009 w 236029"/>
              <a:gd name="connsiteY59" fmla="*/ 192119 h 341090"/>
              <a:gd name="connsiteX60" fmla="*/ 71152 w 236029"/>
              <a:gd name="connsiteY60" fmla="*/ 191929 h 341090"/>
              <a:gd name="connsiteX61" fmla="*/ 210503 w 236029"/>
              <a:gd name="connsiteY61" fmla="*/ 191929 h 341090"/>
              <a:gd name="connsiteX62" fmla="*/ 206883 w 236029"/>
              <a:gd name="connsiteY62" fmla="*/ 195548 h 341090"/>
              <a:gd name="connsiteX63" fmla="*/ 206883 w 236029"/>
              <a:gd name="connsiteY63" fmla="*/ 139160 h 341090"/>
              <a:gd name="connsiteX64" fmla="*/ 210503 w 236029"/>
              <a:gd name="connsiteY64" fmla="*/ 142780 h 341090"/>
              <a:gd name="connsiteX65" fmla="*/ 71152 w 236029"/>
              <a:gd name="connsiteY65" fmla="*/ 142780 h 341090"/>
              <a:gd name="connsiteX66" fmla="*/ 70009 w 236029"/>
              <a:gd name="connsiteY66" fmla="*/ 142589 h 341090"/>
              <a:gd name="connsiteX67" fmla="*/ 68961 w 236029"/>
              <a:gd name="connsiteY67" fmla="*/ 142113 h 341090"/>
              <a:gd name="connsiteX68" fmla="*/ 68199 w 236029"/>
              <a:gd name="connsiteY68" fmla="*/ 141351 h 341090"/>
              <a:gd name="connsiteX69" fmla="*/ 67723 w 236029"/>
              <a:gd name="connsiteY69" fmla="*/ 140303 h 341090"/>
              <a:gd name="connsiteX70" fmla="*/ 67532 w 236029"/>
              <a:gd name="connsiteY70" fmla="*/ 139160 h 341090"/>
              <a:gd name="connsiteX71" fmla="*/ 67532 w 236029"/>
              <a:gd name="connsiteY71" fmla="*/ 59912 h 341090"/>
              <a:gd name="connsiteX72" fmla="*/ 67723 w 236029"/>
              <a:gd name="connsiteY72" fmla="*/ 58769 h 341090"/>
              <a:gd name="connsiteX73" fmla="*/ 68199 w 236029"/>
              <a:gd name="connsiteY73" fmla="*/ 57722 h 341090"/>
              <a:gd name="connsiteX74" fmla="*/ 68961 w 236029"/>
              <a:gd name="connsiteY74" fmla="*/ 56960 h 341090"/>
              <a:gd name="connsiteX75" fmla="*/ 70009 w 236029"/>
              <a:gd name="connsiteY75" fmla="*/ 56483 h 341090"/>
              <a:gd name="connsiteX76" fmla="*/ 71152 w 236029"/>
              <a:gd name="connsiteY76" fmla="*/ 56293 h 341090"/>
              <a:gd name="connsiteX77" fmla="*/ 232410 w 236029"/>
              <a:gd name="connsiteY77" fmla="*/ 56293 h 341090"/>
              <a:gd name="connsiteX78" fmla="*/ 228791 w 236029"/>
              <a:gd name="connsiteY78" fmla="*/ 59912 h 341090"/>
              <a:gd name="connsiteX79" fmla="*/ 228791 w 236029"/>
              <a:gd name="connsiteY79" fmla="*/ 3619 h 341090"/>
              <a:gd name="connsiteX80" fmla="*/ 232410 w 236029"/>
              <a:gd name="connsiteY80" fmla="*/ 7239 h 341090"/>
              <a:gd name="connsiteX81" fmla="*/ 3620 w 236029"/>
              <a:gd name="connsiteY81" fmla="*/ 7239 h 341090"/>
              <a:gd name="connsiteX82" fmla="*/ 7239 w 236029"/>
              <a:gd name="connsiteY82" fmla="*/ 3619 h 341090"/>
              <a:gd name="connsiteX83" fmla="*/ 7239 w 236029"/>
              <a:gd name="connsiteY83" fmla="*/ 337471 h 341090"/>
              <a:gd name="connsiteX84" fmla="*/ 7239 w 236029"/>
              <a:gd name="connsiteY84" fmla="*/ 337471 h 341090"/>
              <a:gd name="connsiteX85" fmla="*/ 7239 w 236029"/>
              <a:gd name="connsiteY85" fmla="*/ 337471 h 341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731" h="557">
                <a:moveTo>
                  <a:pt x="0" y="16"/>
                </a:moveTo>
                <a:lnTo>
                  <a:pt x="0" y="14"/>
                </a:lnTo>
                <a:lnTo>
                  <a:pt x="1" y="12"/>
                </a:lnTo>
                <a:lnTo>
                  <a:pt x="2" y="11"/>
                </a:lnTo>
                <a:lnTo>
                  <a:pt x="4" y="10"/>
                </a:lnTo>
                <a:lnTo>
                  <a:pt x="6" y="10"/>
                </a:lnTo>
                <a:lnTo>
                  <a:pt x="366" y="10"/>
                </a:lnTo>
                <a:lnTo>
                  <a:pt x="368" y="10"/>
                </a:lnTo>
                <a:lnTo>
                  <a:pt x="370" y="11"/>
                </a:lnTo>
                <a:lnTo>
                  <a:pt x="371" y="12"/>
                </a:lnTo>
                <a:lnTo>
                  <a:pt x="372" y="14"/>
                </a:lnTo>
                <a:lnTo>
                  <a:pt x="372" y="16"/>
                </a:lnTo>
                <a:lnTo>
                  <a:pt x="372" y="104"/>
                </a:lnTo>
                <a:lnTo>
                  <a:pt x="372" y="106"/>
                </a:lnTo>
                <a:lnTo>
                  <a:pt x="371" y="108"/>
                </a:lnTo>
                <a:lnTo>
                  <a:pt x="370" y="109"/>
                </a:lnTo>
                <a:lnTo>
                  <a:pt x="368" y="110"/>
                </a:lnTo>
                <a:lnTo>
                  <a:pt x="366" y="110"/>
                </a:lnTo>
                <a:lnTo>
                  <a:pt x="112" y="110"/>
                </a:lnTo>
                <a:lnTo>
                  <a:pt x="118" y="104"/>
                </a:lnTo>
                <a:lnTo>
                  <a:pt x="118" y="229"/>
                </a:lnTo>
                <a:lnTo>
                  <a:pt x="112" y="223"/>
                </a:lnTo>
                <a:lnTo>
                  <a:pt x="332" y="223"/>
                </a:lnTo>
                <a:lnTo>
                  <a:pt x="334" y="224"/>
                </a:lnTo>
                <a:lnTo>
                  <a:pt x="335" y="224"/>
                </a:lnTo>
                <a:lnTo>
                  <a:pt x="336" y="226"/>
                </a:lnTo>
                <a:lnTo>
                  <a:pt x="337" y="227"/>
                </a:lnTo>
                <a:lnTo>
                  <a:pt x="337" y="229"/>
                </a:lnTo>
                <a:lnTo>
                  <a:pt x="337" y="318"/>
                </a:lnTo>
                <a:lnTo>
                  <a:pt x="337" y="320"/>
                </a:lnTo>
                <a:lnTo>
                  <a:pt x="336" y="321"/>
                </a:lnTo>
                <a:lnTo>
                  <a:pt x="335" y="323"/>
                </a:lnTo>
                <a:lnTo>
                  <a:pt x="334" y="323"/>
                </a:lnTo>
                <a:lnTo>
                  <a:pt x="332" y="324"/>
                </a:lnTo>
                <a:lnTo>
                  <a:pt x="112" y="324"/>
                </a:lnTo>
                <a:lnTo>
                  <a:pt x="118" y="318"/>
                </a:lnTo>
                <a:lnTo>
                  <a:pt x="118" y="541"/>
                </a:lnTo>
                <a:lnTo>
                  <a:pt x="118" y="543"/>
                </a:lnTo>
                <a:lnTo>
                  <a:pt x="117" y="545"/>
                </a:lnTo>
                <a:lnTo>
                  <a:pt x="116" y="546"/>
                </a:lnTo>
                <a:lnTo>
                  <a:pt x="114" y="547"/>
                </a:lnTo>
                <a:lnTo>
                  <a:pt x="112" y="547"/>
                </a:lnTo>
                <a:lnTo>
                  <a:pt x="6" y="547"/>
                </a:lnTo>
                <a:lnTo>
                  <a:pt x="4" y="547"/>
                </a:lnTo>
                <a:lnTo>
                  <a:pt x="2" y="546"/>
                </a:lnTo>
                <a:lnTo>
                  <a:pt x="1" y="545"/>
                </a:lnTo>
                <a:lnTo>
                  <a:pt x="0" y="543"/>
                </a:lnTo>
                <a:lnTo>
                  <a:pt x="0" y="541"/>
                </a:lnTo>
                <a:lnTo>
                  <a:pt x="0" y="16"/>
                </a:lnTo>
                <a:close/>
                <a:moveTo>
                  <a:pt x="11" y="541"/>
                </a:moveTo>
                <a:lnTo>
                  <a:pt x="6" y="536"/>
                </a:lnTo>
                <a:lnTo>
                  <a:pt x="112" y="536"/>
                </a:lnTo>
                <a:lnTo>
                  <a:pt x="106" y="541"/>
                </a:lnTo>
                <a:lnTo>
                  <a:pt x="106" y="318"/>
                </a:lnTo>
                <a:lnTo>
                  <a:pt x="107" y="316"/>
                </a:lnTo>
                <a:lnTo>
                  <a:pt x="107" y="314"/>
                </a:lnTo>
                <a:lnTo>
                  <a:pt x="109" y="313"/>
                </a:lnTo>
                <a:lnTo>
                  <a:pt x="110" y="312"/>
                </a:lnTo>
                <a:lnTo>
                  <a:pt x="112" y="312"/>
                </a:lnTo>
                <a:lnTo>
                  <a:pt x="332" y="312"/>
                </a:lnTo>
                <a:lnTo>
                  <a:pt x="326" y="318"/>
                </a:lnTo>
                <a:lnTo>
                  <a:pt x="326" y="229"/>
                </a:lnTo>
                <a:lnTo>
                  <a:pt x="332" y="235"/>
                </a:lnTo>
                <a:lnTo>
                  <a:pt x="112" y="235"/>
                </a:lnTo>
                <a:lnTo>
                  <a:pt x="110" y="234"/>
                </a:lnTo>
                <a:lnTo>
                  <a:pt x="109" y="234"/>
                </a:lnTo>
                <a:lnTo>
                  <a:pt x="107" y="233"/>
                </a:lnTo>
                <a:lnTo>
                  <a:pt x="107" y="231"/>
                </a:lnTo>
                <a:lnTo>
                  <a:pt x="106" y="229"/>
                </a:lnTo>
                <a:lnTo>
                  <a:pt x="106" y="104"/>
                </a:lnTo>
                <a:lnTo>
                  <a:pt x="107" y="103"/>
                </a:lnTo>
                <a:lnTo>
                  <a:pt x="107" y="101"/>
                </a:lnTo>
                <a:lnTo>
                  <a:pt x="109" y="100"/>
                </a:lnTo>
                <a:lnTo>
                  <a:pt x="110" y="99"/>
                </a:lnTo>
                <a:lnTo>
                  <a:pt x="112" y="99"/>
                </a:lnTo>
                <a:lnTo>
                  <a:pt x="366" y="99"/>
                </a:lnTo>
                <a:lnTo>
                  <a:pt x="361" y="104"/>
                </a:lnTo>
                <a:lnTo>
                  <a:pt x="361" y="16"/>
                </a:lnTo>
                <a:lnTo>
                  <a:pt x="366" y="21"/>
                </a:lnTo>
                <a:lnTo>
                  <a:pt x="6" y="21"/>
                </a:lnTo>
                <a:lnTo>
                  <a:pt x="11" y="16"/>
                </a:lnTo>
                <a:lnTo>
                  <a:pt x="11" y="541"/>
                </a:lnTo>
                <a:close/>
                <a:moveTo>
                  <a:pt x="591" y="10"/>
                </a:moveTo>
                <a:lnTo>
                  <a:pt x="593" y="10"/>
                </a:lnTo>
                <a:lnTo>
                  <a:pt x="595" y="11"/>
                </a:lnTo>
                <a:lnTo>
                  <a:pt x="596" y="12"/>
                </a:lnTo>
                <a:lnTo>
                  <a:pt x="597" y="14"/>
                </a:lnTo>
                <a:lnTo>
                  <a:pt x="597" y="16"/>
                </a:lnTo>
                <a:lnTo>
                  <a:pt x="597" y="301"/>
                </a:lnTo>
                <a:lnTo>
                  <a:pt x="597" y="332"/>
                </a:lnTo>
                <a:lnTo>
                  <a:pt x="597" y="332"/>
                </a:lnTo>
                <a:lnTo>
                  <a:pt x="598" y="357"/>
                </a:lnTo>
                <a:lnTo>
                  <a:pt x="598" y="356"/>
                </a:lnTo>
                <a:lnTo>
                  <a:pt x="599" y="376"/>
                </a:lnTo>
                <a:lnTo>
                  <a:pt x="599" y="375"/>
                </a:lnTo>
                <a:lnTo>
                  <a:pt x="601" y="388"/>
                </a:lnTo>
                <a:lnTo>
                  <a:pt x="601" y="388"/>
                </a:lnTo>
                <a:lnTo>
                  <a:pt x="603" y="395"/>
                </a:lnTo>
                <a:lnTo>
                  <a:pt x="602" y="395"/>
                </a:lnTo>
                <a:lnTo>
                  <a:pt x="605" y="403"/>
                </a:lnTo>
                <a:lnTo>
                  <a:pt x="605" y="402"/>
                </a:lnTo>
                <a:lnTo>
                  <a:pt x="608" y="409"/>
                </a:lnTo>
                <a:lnTo>
                  <a:pt x="608" y="409"/>
                </a:lnTo>
                <a:lnTo>
                  <a:pt x="611" y="415"/>
                </a:lnTo>
                <a:lnTo>
                  <a:pt x="611" y="415"/>
                </a:lnTo>
                <a:lnTo>
                  <a:pt x="615" y="421"/>
                </a:lnTo>
                <a:lnTo>
                  <a:pt x="615" y="421"/>
                </a:lnTo>
                <a:lnTo>
                  <a:pt x="620" y="427"/>
                </a:lnTo>
                <a:lnTo>
                  <a:pt x="620" y="426"/>
                </a:lnTo>
                <a:lnTo>
                  <a:pt x="625" y="432"/>
                </a:lnTo>
                <a:lnTo>
                  <a:pt x="625" y="431"/>
                </a:lnTo>
                <a:lnTo>
                  <a:pt x="631" y="437"/>
                </a:lnTo>
                <a:lnTo>
                  <a:pt x="631" y="436"/>
                </a:lnTo>
                <a:lnTo>
                  <a:pt x="637" y="441"/>
                </a:lnTo>
                <a:lnTo>
                  <a:pt x="637" y="441"/>
                </a:lnTo>
                <a:lnTo>
                  <a:pt x="644" y="445"/>
                </a:lnTo>
                <a:lnTo>
                  <a:pt x="644" y="444"/>
                </a:lnTo>
                <a:lnTo>
                  <a:pt x="651" y="448"/>
                </a:lnTo>
                <a:lnTo>
                  <a:pt x="651" y="448"/>
                </a:lnTo>
                <a:lnTo>
                  <a:pt x="659" y="450"/>
                </a:lnTo>
                <a:lnTo>
                  <a:pt x="659" y="450"/>
                </a:lnTo>
                <a:lnTo>
                  <a:pt x="668" y="452"/>
                </a:lnTo>
                <a:lnTo>
                  <a:pt x="667" y="452"/>
                </a:lnTo>
                <a:lnTo>
                  <a:pt x="677" y="453"/>
                </a:lnTo>
                <a:lnTo>
                  <a:pt x="677" y="453"/>
                </a:lnTo>
                <a:lnTo>
                  <a:pt x="687" y="454"/>
                </a:lnTo>
                <a:lnTo>
                  <a:pt x="686" y="454"/>
                </a:lnTo>
                <a:lnTo>
                  <a:pt x="697" y="455"/>
                </a:lnTo>
                <a:lnTo>
                  <a:pt x="697" y="455"/>
                </a:lnTo>
                <a:lnTo>
                  <a:pt x="708" y="454"/>
                </a:lnTo>
                <a:lnTo>
                  <a:pt x="708" y="454"/>
                </a:lnTo>
                <a:lnTo>
                  <a:pt x="718" y="453"/>
                </a:lnTo>
                <a:lnTo>
                  <a:pt x="717" y="453"/>
                </a:lnTo>
                <a:lnTo>
                  <a:pt x="727" y="452"/>
                </a:lnTo>
                <a:lnTo>
                  <a:pt x="726" y="452"/>
                </a:lnTo>
                <a:lnTo>
                  <a:pt x="735" y="450"/>
                </a:lnTo>
                <a:lnTo>
                  <a:pt x="735" y="450"/>
                </a:lnTo>
                <a:lnTo>
                  <a:pt x="743" y="448"/>
                </a:lnTo>
                <a:lnTo>
                  <a:pt x="742" y="448"/>
                </a:lnTo>
                <a:lnTo>
                  <a:pt x="750" y="445"/>
                </a:lnTo>
                <a:lnTo>
                  <a:pt x="749" y="445"/>
                </a:lnTo>
                <a:lnTo>
                  <a:pt x="756" y="441"/>
                </a:lnTo>
                <a:lnTo>
                  <a:pt x="755" y="442"/>
                </a:lnTo>
                <a:lnTo>
                  <a:pt x="761" y="437"/>
                </a:lnTo>
                <a:lnTo>
                  <a:pt x="761" y="437"/>
                </a:lnTo>
                <a:lnTo>
                  <a:pt x="766" y="433"/>
                </a:lnTo>
                <a:lnTo>
                  <a:pt x="766" y="433"/>
                </a:lnTo>
                <a:lnTo>
                  <a:pt x="771" y="428"/>
                </a:lnTo>
                <a:lnTo>
                  <a:pt x="771" y="428"/>
                </a:lnTo>
                <a:lnTo>
                  <a:pt x="775" y="423"/>
                </a:lnTo>
                <a:lnTo>
                  <a:pt x="775" y="424"/>
                </a:lnTo>
                <a:lnTo>
                  <a:pt x="778" y="418"/>
                </a:lnTo>
                <a:lnTo>
                  <a:pt x="778" y="418"/>
                </a:lnTo>
                <a:lnTo>
                  <a:pt x="781" y="413"/>
                </a:lnTo>
                <a:lnTo>
                  <a:pt x="781" y="413"/>
                </a:lnTo>
                <a:lnTo>
                  <a:pt x="783" y="407"/>
                </a:lnTo>
                <a:lnTo>
                  <a:pt x="783" y="407"/>
                </a:lnTo>
                <a:lnTo>
                  <a:pt x="785" y="401"/>
                </a:lnTo>
                <a:lnTo>
                  <a:pt x="785" y="401"/>
                </a:lnTo>
                <a:lnTo>
                  <a:pt x="787" y="395"/>
                </a:lnTo>
                <a:lnTo>
                  <a:pt x="786" y="395"/>
                </a:lnTo>
                <a:lnTo>
                  <a:pt x="789" y="380"/>
                </a:lnTo>
                <a:lnTo>
                  <a:pt x="789" y="380"/>
                </a:lnTo>
                <a:lnTo>
                  <a:pt x="790" y="360"/>
                </a:lnTo>
                <a:lnTo>
                  <a:pt x="790" y="360"/>
                </a:lnTo>
                <a:lnTo>
                  <a:pt x="791" y="335"/>
                </a:lnTo>
                <a:lnTo>
                  <a:pt x="791" y="335"/>
                </a:lnTo>
                <a:lnTo>
                  <a:pt x="791" y="306"/>
                </a:lnTo>
                <a:lnTo>
                  <a:pt x="791" y="16"/>
                </a:lnTo>
                <a:lnTo>
                  <a:pt x="792" y="14"/>
                </a:lnTo>
                <a:lnTo>
                  <a:pt x="792" y="12"/>
                </a:lnTo>
                <a:lnTo>
                  <a:pt x="794" y="11"/>
                </a:lnTo>
                <a:lnTo>
                  <a:pt x="795" y="10"/>
                </a:lnTo>
                <a:lnTo>
                  <a:pt x="797" y="10"/>
                </a:lnTo>
                <a:lnTo>
                  <a:pt x="903" y="10"/>
                </a:lnTo>
                <a:lnTo>
                  <a:pt x="905" y="10"/>
                </a:lnTo>
                <a:lnTo>
                  <a:pt x="907" y="11"/>
                </a:lnTo>
                <a:lnTo>
                  <a:pt x="908" y="12"/>
                </a:lnTo>
                <a:lnTo>
                  <a:pt x="909" y="14"/>
                </a:lnTo>
                <a:lnTo>
                  <a:pt x="909" y="16"/>
                </a:lnTo>
                <a:lnTo>
                  <a:pt x="909" y="293"/>
                </a:lnTo>
                <a:lnTo>
                  <a:pt x="908" y="337"/>
                </a:lnTo>
                <a:lnTo>
                  <a:pt x="908" y="337"/>
                </a:lnTo>
                <a:lnTo>
                  <a:pt x="908" y="356"/>
                </a:lnTo>
                <a:lnTo>
                  <a:pt x="908" y="356"/>
                </a:lnTo>
                <a:lnTo>
                  <a:pt x="907" y="374"/>
                </a:lnTo>
                <a:lnTo>
                  <a:pt x="907" y="374"/>
                </a:lnTo>
                <a:lnTo>
                  <a:pt x="906" y="390"/>
                </a:lnTo>
                <a:lnTo>
                  <a:pt x="906" y="390"/>
                </a:lnTo>
                <a:lnTo>
                  <a:pt x="904" y="404"/>
                </a:lnTo>
                <a:lnTo>
                  <a:pt x="904" y="404"/>
                </a:lnTo>
                <a:lnTo>
                  <a:pt x="902" y="417"/>
                </a:lnTo>
                <a:lnTo>
                  <a:pt x="902" y="417"/>
                </a:lnTo>
                <a:lnTo>
                  <a:pt x="900" y="428"/>
                </a:lnTo>
                <a:lnTo>
                  <a:pt x="900" y="428"/>
                </a:lnTo>
                <a:lnTo>
                  <a:pt x="898" y="437"/>
                </a:lnTo>
                <a:lnTo>
                  <a:pt x="898" y="438"/>
                </a:lnTo>
                <a:lnTo>
                  <a:pt x="895" y="447"/>
                </a:lnTo>
                <a:lnTo>
                  <a:pt x="895" y="447"/>
                </a:lnTo>
                <a:lnTo>
                  <a:pt x="892" y="456"/>
                </a:lnTo>
                <a:lnTo>
                  <a:pt x="891" y="456"/>
                </a:lnTo>
                <a:lnTo>
                  <a:pt x="888" y="465"/>
                </a:lnTo>
                <a:lnTo>
                  <a:pt x="888" y="465"/>
                </a:lnTo>
                <a:lnTo>
                  <a:pt x="883" y="473"/>
                </a:lnTo>
                <a:lnTo>
                  <a:pt x="883" y="473"/>
                </a:lnTo>
                <a:lnTo>
                  <a:pt x="879" y="481"/>
                </a:lnTo>
                <a:lnTo>
                  <a:pt x="878" y="481"/>
                </a:lnTo>
                <a:lnTo>
                  <a:pt x="873" y="489"/>
                </a:lnTo>
                <a:lnTo>
                  <a:pt x="873" y="489"/>
                </a:lnTo>
                <a:lnTo>
                  <a:pt x="867" y="496"/>
                </a:lnTo>
                <a:lnTo>
                  <a:pt x="867" y="496"/>
                </a:lnTo>
                <a:lnTo>
                  <a:pt x="861" y="503"/>
                </a:lnTo>
                <a:lnTo>
                  <a:pt x="861" y="503"/>
                </a:lnTo>
                <a:lnTo>
                  <a:pt x="854" y="509"/>
                </a:lnTo>
                <a:lnTo>
                  <a:pt x="854" y="510"/>
                </a:lnTo>
                <a:lnTo>
                  <a:pt x="847" y="515"/>
                </a:lnTo>
                <a:lnTo>
                  <a:pt x="847" y="516"/>
                </a:lnTo>
                <a:lnTo>
                  <a:pt x="839" y="521"/>
                </a:lnTo>
                <a:lnTo>
                  <a:pt x="839" y="521"/>
                </a:lnTo>
                <a:lnTo>
                  <a:pt x="831" y="527"/>
                </a:lnTo>
                <a:lnTo>
                  <a:pt x="831" y="527"/>
                </a:lnTo>
                <a:lnTo>
                  <a:pt x="822" y="532"/>
                </a:lnTo>
                <a:lnTo>
                  <a:pt x="822" y="532"/>
                </a:lnTo>
                <a:lnTo>
                  <a:pt x="813" y="536"/>
                </a:lnTo>
                <a:lnTo>
                  <a:pt x="813" y="536"/>
                </a:lnTo>
                <a:lnTo>
                  <a:pt x="803" y="541"/>
                </a:lnTo>
                <a:lnTo>
                  <a:pt x="803" y="541"/>
                </a:lnTo>
                <a:lnTo>
                  <a:pt x="793" y="544"/>
                </a:lnTo>
                <a:lnTo>
                  <a:pt x="793" y="545"/>
                </a:lnTo>
                <a:lnTo>
                  <a:pt x="782" y="548"/>
                </a:lnTo>
                <a:lnTo>
                  <a:pt x="782" y="548"/>
                </a:lnTo>
                <a:lnTo>
                  <a:pt x="770" y="551"/>
                </a:lnTo>
                <a:lnTo>
                  <a:pt x="770" y="551"/>
                </a:lnTo>
                <a:lnTo>
                  <a:pt x="757" y="553"/>
                </a:lnTo>
                <a:lnTo>
                  <a:pt x="757" y="553"/>
                </a:lnTo>
                <a:lnTo>
                  <a:pt x="744" y="555"/>
                </a:lnTo>
                <a:lnTo>
                  <a:pt x="744" y="555"/>
                </a:lnTo>
                <a:lnTo>
                  <a:pt x="730" y="556"/>
                </a:lnTo>
                <a:lnTo>
                  <a:pt x="730" y="556"/>
                </a:lnTo>
                <a:lnTo>
                  <a:pt x="716" y="557"/>
                </a:lnTo>
                <a:lnTo>
                  <a:pt x="715" y="557"/>
                </a:lnTo>
                <a:lnTo>
                  <a:pt x="700" y="557"/>
                </a:lnTo>
                <a:lnTo>
                  <a:pt x="700" y="557"/>
                </a:lnTo>
                <a:lnTo>
                  <a:pt x="682" y="557"/>
                </a:lnTo>
                <a:lnTo>
                  <a:pt x="682" y="557"/>
                </a:lnTo>
                <a:lnTo>
                  <a:pt x="665" y="556"/>
                </a:lnTo>
                <a:lnTo>
                  <a:pt x="665" y="556"/>
                </a:lnTo>
                <a:lnTo>
                  <a:pt x="649" y="555"/>
                </a:lnTo>
                <a:lnTo>
                  <a:pt x="648" y="555"/>
                </a:lnTo>
                <a:lnTo>
                  <a:pt x="633" y="553"/>
                </a:lnTo>
                <a:lnTo>
                  <a:pt x="633" y="553"/>
                </a:lnTo>
                <a:lnTo>
                  <a:pt x="620" y="550"/>
                </a:lnTo>
                <a:lnTo>
                  <a:pt x="619" y="550"/>
                </a:lnTo>
                <a:lnTo>
                  <a:pt x="607" y="547"/>
                </a:lnTo>
                <a:lnTo>
                  <a:pt x="606" y="547"/>
                </a:lnTo>
                <a:lnTo>
                  <a:pt x="595" y="544"/>
                </a:lnTo>
                <a:lnTo>
                  <a:pt x="594" y="543"/>
                </a:lnTo>
                <a:lnTo>
                  <a:pt x="584" y="539"/>
                </a:lnTo>
                <a:lnTo>
                  <a:pt x="584" y="539"/>
                </a:lnTo>
                <a:lnTo>
                  <a:pt x="575" y="535"/>
                </a:lnTo>
                <a:lnTo>
                  <a:pt x="574" y="535"/>
                </a:lnTo>
                <a:lnTo>
                  <a:pt x="565" y="530"/>
                </a:lnTo>
                <a:lnTo>
                  <a:pt x="565" y="530"/>
                </a:lnTo>
                <a:lnTo>
                  <a:pt x="557" y="524"/>
                </a:lnTo>
                <a:lnTo>
                  <a:pt x="556" y="524"/>
                </a:lnTo>
                <a:lnTo>
                  <a:pt x="548" y="519"/>
                </a:lnTo>
                <a:lnTo>
                  <a:pt x="548" y="519"/>
                </a:lnTo>
                <a:lnTo>
                  <a:pt x="541" y="513"/>
                </a:lnTo>
                <a:lnTo>
                  <a:pt x="540" y="512"/>
                </a:lnTo>
                <a:lnTo>
                  <a:pt x="533" y="506"/>
                </a:lnTo>
                <a:lnTo>
                  <a:pt x="533" y="506"/>
                </a:lnTo>
                <a:lnTo>
                  <a:pt x="527" y="500"/>
                </a:lnTo>
                <a:lnTo>
                  <a:pt x="526" y="499"/>
                </a:lnTo>
                <a:lnTo>
                  <a:pt x="521" y="493"/>
                </a:lnTo>
                <a:lnTo>
                  <a:pt x="520" y="492"/>
                </a:lnTo>
                <a:lnTo>
                  <a:pt x="515" y="485"/>
                </a:lnTo>
                <a:lnTo>
                  <a:pt x="515" y="485"/>
                </a:lnTo>
                <a:lnTo>
                  <a:pt x="510" y="478"/>
                </a:lnTo>
                <a:lnTo>
                  <a:pt x="510" y="478"/>
                </a:lnTo>
                <a:lnTo>
                  <a:pt x="505" y="470"/>
                </a:lnTo>
                <a:lnTo>
                  <a:pt x="505" y="470"/>
                </a:lnTo>
                <a:lnTo>
                  <a:pt x="501" y="463"/>
                </a:lnTo>
                <a:lnTo>
                  <a:pt x="501" y="463"/>
                </a:lnTo>
                <a:lnTo>
                  <a:pt x="498" y="455"/>
                </a:lnTo>
                <a:lnTo>
                  <a:pt x="497" y="455"/>
                </a:lnTo>
                <a:lnTo>
                  <a:pt x="494" y="448"/>
                </a:lnTo>
                <a:lnTo>
                  <a:pt x="494" y="447"/>
                </a:lnTo>
                <a:lnTo>
                  <a:pt x="492" y="440"/>
                </a:lnTo>
                <a:lnTo>
                  <a:pt x="492" y="439"/>
                </a:lnTo>
                <a:lnTo>
                  <a:pt x="489" y="432"/>
                </a:lnTo>
                <a:lnTo>
                  <a:pt x="489" y="431"/>
                </a:lnTo>
                <a:lnTo>
                  <a:pt x="487" y="419"/>
                </a:lnTo>
                <a:lnTo>
                  <a:pt x="487" y="419"/>
                </a:lnTo>
                <a:lnTo>
                  <a:pt x="485" y="406"/>
                </a:lnTo>
                <a:lnTo>
                  <a:pt x="485" y="406"/>
                </a:lnTo>
                <a:lnTo>
                  <a:pt x="483" y="391"/>
                </a:lnTo>
                <a:lnTo>
                  <a:pt x="483" y="391"/>
                </a:lnTo>
                <a:lnTo>
                  <a:pt x="482" y="375"/>
                </a:lnTo>
                <a:lnTo>
                  <a:pt x="482" y="375"/>
                </a:lnTo>
                <a:lnTo>
                  <a:pt x="480" y="357"/>
                </a:lnTo>
                <a:lnTo>
                  <a:pt x="480" y="357"/>
                </a:lnTo>
                <a:lnTo>
                  <a:pt x="480" y="338"/>
                </a:lnTo>
                <a:lnTo>
                  <a:pt x="480" y="338"/>
                </a:lnTo>
                <a:lnTo>
                  <a:pt x="479" y="318"/>
                </a:lnTo>
                <a:lnTo>
                  <a:pt x="479" y="318"/>
                </a:lnTo>
                <a:lnTo>
                  <a:pt x="479" y="296"/>
                </a:lnTo>
                <a:lnTo>
                  <a:pt x="479" y="16"/>
                </a:lnTo>
                <a:lnTo>
                  <a:pt x="479" y="14"/>
                </a:lnTo>
                <a:lnTo>
                  <a:pt x="480" y="12"/>
                </a:lnTo>
                <a:lnTo>
                  <a:pt x="481" y="11"/>
                </a:lnTo>
                <a:lnTo>
                  <a:pt x="483" y="10"/>
                </a:lnTo>
                <a:lnTo>
                  <a:pt x="485" y="10"/>
                </a:lnTo>
                <a:lnTo>
                  <a:pt x="591" y="10"/>
                </a:lnTo>
                <a:lnTo>
                  <a:pt x="591" y="10"/>
                </a:lnTo>
                <a:close/>
                <a:moveTo>
                  <a:pt x="485" y="22"/>
                </a:moveTo>
                <a:lnTo>
                  <a:pt x="491" y="16"/>
                </a:lnTo>
                <a:lnTo>
                  <a:pt x="491" y="297"/>
                </a:lnTo>
                <a:lnTo>
                  <a:pt x="491" y="318"/>
                </a:lnTo>
                <a:lnTo>
                  <a:pt x="491" y="318"/>
                </a:lnTo>
                <a:lnTo>
                  <a:pt x="491" y="338"/>
                </a:lnTo>
                <a:lnTo>
                  <a:pt x="491" y="338"/>
                </a:lnTo>
                <a:lnTo>
                  <a:pt x="492" y="357"/>
                </a:lnTo>
                <a:lnTo>
                  <a:pt x="492" y="357"/>
                </a:lnTo>
                <a:lnTo>
                  <a:pt x="493" y="374"/>
                </a:lnTo>
                <a:lnTo>
                  <a:pt x="493" y="374"/>
                </a:lnTo>
                <a:lnTo>
                  <a:pt x="495" y="390"/>
                </a:lnTo>
                <a:lnTo>
                  <a:pt x="495" y="390"/>
                </a:lnTo>
                <a:lnTo>
                  <a:pt x="496" y="404"/>
                </a:lnTo>
                <a:lnTo>
                  <a:pt x="496" y="404"/>
                </a:lnTo>
                <a:lnTo>
                  <a:pt x="498" y="418"/>
                </a:lnTo>
                <a:lnTo>
                  <a:pt x="498" y="417"/>
                </a:lnTo>
                <a:lnTo>
                  <a:pt x="501" y="429"/>
                </a:lnTo>
                <a:lnTo>
                  <a:pt x="501" y="429"/>
                </a:lnTo>
                <a:lnTo>
                  <a:pt x="503" y="437"/>
                </a:lnTo>
                <a:lnTo>
                  <a:pt x="503" y="436"/>
                </a:lnTo>
                <a:lnTo>
                  <a:pt x="505" y="444"/>
                </a:lnTo>
                <a:lnTo>
                  <a:pt x="505" y="444"/>
                </a:lnTo>
                <a:lnTo>
                  <a:pt x="508" y="451"/>
                </a:lnTo>
                <a:lnTo>
                  <a:pt x="508" y="451"/>
                </a:lnTo>
                <a:lnTo>
                  <a:pt x="511" y="458"/>
                </a:lnTo>
                <a:lnTo>
                  <a:pt x="511" y="458"/>
                </a:lnTo>
                <a:lnTo>
                  <a:pt x="515" y="465"/>
                </a:lnTo>
                <a:lnTo>
                  <a:pt x="515" y="465"/>
                </a:lnTo>
                <a:lnTo>
                  <a:pt x="519" y="472"/>
                </a:lnTo>
                <a:lnTo>
                  <a:pt x="519" y="472"/>
                </a:lnTo>
                <a:lnTo>
                  <a:pt x="524" y="479"/>
                </a:lnTo>
                <a:lnTo>
                  <a:pt x="524" y="478"/>
                </a:lnTo>
                <a:lnTo>
                  <a:pt x="530" y="485"/>
                </a:lnTo>
                <a:lnTo>
                  <a:pt x="529" y="485"/>
                </a:lnTo>
                <a:lnTo>
                  <a:pt x="535" y="492"/>
                </a:lnTo>
                <a:lnTo>
                  <a:pt x="535" y="491"/>
                </a:lnTo>
                <a:lnTo>
                  <a:pt x="541" y="498"/>
                </a:lnTo>
                <a:lnTo>
                  <a:pt x="541" y="498"/>
                </a:lnTo>
                <a:lnTo>
                  <a:pt x="548" y="504"/>
                </a:lnTo>
                <a:lnTo>
                  <a:pt x="548" y="503"/>
                </a:lnTo>
                <a:lnTo>
                  <a:pt x="555" y="509"/>
                </a:lnTo>
                <a:lnTo>
                  <a:pt x="555" y="509"/>
                </a:lnTo>
                <a:lnTo>
                  <a:pt x="563" y="515"/>
                </a:lnTo>
                <a:lnTo>
                  <a:pt x="562" y="515"/>
                </a:lnTo>
                <a:lnTo>
                  <a:pt x="571" y="520"/>
                </a:lnTo>
                <a:lnTo>
                  <a:pt x="570" y="520"/>
                </a:lnTo>
                <a:lnTo>
                  <a:pt x="579" y="524"/>
                </a:lnTo>
                <a:lnTo>
                  <a:pt x="579" y="524"/>
                </a:lnTo>
                <a:lnTo>
                  <a:pt x="589" y="529"/>
                </a:lnTo>
                <a:lnTo>
                  <a:pt x="588" y="529"/>
                </a:lnTo>
                <a:lnTo>
                  <a:pt x="599" y="533"/>
                </a:lnTo>
                <a:lnTo>
                  <a:pt x="598" y="532"/>
                </a:lnTo>
                <a:lnTo>
                  <a:pt x="609" y="536"/>
                </a:lnTo>
                <a:lnTo>
                  <a:pt x="609" y="536"/>
                </a:lnTo>
                <a:lnTo>
                  <a:pt x="622" y="539"/>
                </a:lnTo>
                <a:lnTo>
                  <a:pt x="621" y="539"/>
                </a:lnTo>
                <a:lnTo>
                  <a:pt x="635" y="541"/>
                </a:lnTo>
                <a:lnTo>
                  <a:pt x="635" y="541"/>
                </a:lnTo>
                <a:lnTo>
                  <a:pt x="650" y="543"/>
                </a:lnTo>
                <a:lnTo>
                  <a:pt x="649" y="543"/>
                </a:lnTo>
                <a:lnTo>
                  <a:pt x="665" y="545"/>
                </a:lnTo>
                <a:lnTo>
                  <a:pt x="665" y="545"/>
                </a:lnTo>
                <a:lnTo>
                  <a:pt x="682" y="545"/>
                </a:lnTo>
                <a:lnTo>
                  <a:pt x="682" y="545"/>
                </a:lnTo>
                <a:lnTo>
                  <a:pt x="700" y="546"/>
                </a:lnTo>
                <a:lnTo>
                  <a:pt x="700" y="546"/>
                </a:lnTo>
                <a:lnTo>
                  <a:pt x="715" y="545"/>
                </a:lnTo>
                <a:lnTo>
                  <a:pt x="715" y="545"/>
                </a:lnTo>
                <a:lnTo>
                  <a:pt x="729" y="545"/>
                </a:lnTo>
                <a:lnTo>
                  <a:pt x="729" y="545"/>
                </a:lnTo>
                <a:lnTo>
                  <a:pt x="743" y="543"/>
                </a:lnTo>
                <a:lnTo>
                  <a:pt x="743" y="543"/>
                </a:lnTo>
                <a:lnTo>
                  <a:pt x="756" y="542"/>
                </a:lnTo>
                <a:lnTo>
                  <a:pt x="755" y="542"/>
                </a:lnTo>
                <a:lnTo>
                  <a:pt x="768" y="539"/>
                </a:lnTo>
                <a:lnTo>
                  <a:pt x="767" y="539"/>
                </a:lnTo>
                <a:lnTo>
                  <a:pt x="779" y="537"/>
                </a:lnTo>
                <a:lnTo>
                  <a:pt x="779" y="537"/>
                </a:lnTo>
                <a:lnTo>
                  <a:pt x="789" y="533"/>
                </a:lnTo>
                <a:lnTo>
                  <a:pt x="789" y="534"/>
                </a:lnTo>
                <a:lnTo>
                  <a:pt x="799" y="530"/>
                </a:lnTo>
                <a:lnTo>
                  <a:pt x="799" y="530"/>
                </a:lnTo>
                <a:lnTo>
                  <a:pt x="808" y="526"/>
                </a:lnTo>
                <a:lnTo>
                  <a:pt x="808" y="526"/>
                </a:lnTo>
                <a:lnTo>
                  <a:pt x="817" y="521"/>
                </a:lnTo>
                <a:lnTo>
                  <a:pt x="817" y="522"/>
                </a:lnTo>
                <a:lnTo>
                  <a:pt x="825" y="517"/>
                </a:lnTo>
                <a:lnTo>
                  <a:pt x="825" y="517"/>
                </a:lnTo>
                <a:lnTo>
                  <a:pt x="833" y="512"/>
                </a:lnTo>
                <a:lnTo>
                  <a:pt x="833" y="512"/>
                </a:lnTo>
                <a:lnTo>
                  <a:pt x="840" y="506"/>
                </a:lnTo>
                <a:lnTo>
                  <a:pt x="840" y="506"/>
                </a:lnTo>
                <a:lnTo>
                  <a:pt x="847" y="501"/>
                </a:lnTo>
                <a:lnTo>
                  <a:pt x="846" y="501"/>
                </a:lnTo>
                <a:lnTo>
                  <a:pt x="853" y="495"/>
                </a:lnTo>
                <a:lnTo>
                  <a:pt x="853" y="495"/>
                </a:lnTo>
                <a:lnTo>
                  <a:pt x="859" y="489"/>
                </a:lnTo>
                <a:lnTo>
                  <a:pt x="858" y="489"/>
                </a:lnTo>
                <a:lnTo>
                  <a:pt x="864" y="482"/>
                </a:lnTo>
                <a:lnTo>
                  <a:pt x="864" y="482"/>
                </a:lnTo>
                <a:lnTo>
                  <a:pt x="869" y="475"/>
                </a:lnTo>
                <a:lnTo>
                  <a:pt x="869" y="475"/>
                </a:lnTo>
                <a:lnTo>
                  <a:pt x="873" y="468"/>
                </a:lnTo>
                <a:lnTo>
                  <a:pt x="873" y="468"/>
                </a:lnTo>
                <a:lnTo>
                  <a:pt x="877" y="460"/>
                </a:lnTo>
                <a:lnTo>
                  <a:pt x="877" y="460"/>
                </a:lnTo>
                <a:lnTo>
                  <a:pt x="881" y="452"/>
                </a:lnTo>
                <a:lnTo>
                  <a:pt x="881" y="452"/>
                </a:lnTo>
                <a:lnTo>
                  <a:pt x="884" y="443"/>
                </a:lnTo>
                <a:lnTo>
                  <a:pt x="884" y="444"/>
                </a:lnTo>
                <a:lnTo>
                  <a:pt x="887" y="434"/>
                </a:lnTo>
                <a:lnTo>
                  <a:pt x="887" y="435"/>
                </a:lnTo>
                <a:lnTo>
                  <a:pt x="889" y="425"/>
                </a:lnTo>
                <a:lnTo>
                  <a:pt x="889" y="425"/>
                </a:lnTo>
                <a:lnTo>
                  <a:pt x="891" y="415"/>
                </a:lnTo>
                <a:lnTo>
                  <a:pt x="891" y="415"/>
                </a:lnTo>
                <a:lnTo>
                  <a:pt x="893" y="403"/>
                </a:lnTo>
                <a:lnTo>
                  <a:pt x="893" y="403"/>
                </a:lnTo>
                <a:lnTo>
                  <a:pt x="894" y="389"/>
                </a:lnTo>
                <a:lnTo>
                  <a:pt x="894" y="389"/>
                </a:lnTo>
                <a:lnTo>
                  <a:pt x="895" y="373"/>
                </a:lnTo>
                <a:lnTo>
                  <a:pt x="895" y="373"/>
                </a:lnTo>
                <a:lnTo>
                  <a:pt x="896" y="356"/>
                </a:lnTo>
                <a:lnTo>
                  <a:pt x="896" y="356"/>
                </a:lnTo>
                <a:lnTo>
                  <a:pt x="897" y="336"/>
                </a:lnTo>
                <a:lnTo>
                  <a:pt x="897" y="337"/>
                </a:lnTo>
                <a:lnTo>
                  <a:pt x="897" y="293"/>
                </a:lnTo>
                <a:lnTo>
                  <a:pt x="897" y="16"/>
                </a:lnTo>
                <a:lnTo>
                  <a:pt x="903" y="22"/>
                </a:lnTo>
                <a:lnTo>
                  <a:pt x="797" y="22"/>
                </a:lnTo>
                <a:lnTo>
                  <a:pt x="803" y="16"/>
                </a:lnTo>
                <a:lnTo>
                  <a:pt x="803" y="307"/>
                </a:lnTo>
                <a:lnTo>
                  <a:pt x="802" y="336"/>
                </a:lnTo>
                <a:lnTo>
                  <a:pt x="802" y="336"/>
                </a:lnTo>
                <a:lnTo>
                  <a:pt x="801" y="361"/>
                </a:lnTo>
                <a:lnTo>
                  <a:pt x="801" y="361"/>
                </a:lnTo>
                <a:lnTo>
                  <a:pt x="800" y="381"/>
                </a:lnTo>
                <a:lnTo>
                  <a:pt x="800" y="382"/>
                </a:lnTo>
                <a:lnTo>
                  <a:pt x="798" y="397"/>
                </a:lnTo>
                <a:lnTo>
                  <a:pt x="798" y="398"/>
                </a:lnTo>
                <a:lnTo>
                  <a:pt x="796" y="404"/>
                </a:lnTo>
                <a:lnTo>
                  <a:pt x="796" y="405"/>
                </a:lnTo>
                <a:lnTo>
                  <a:pt x="794" y="411"/>
                </a:lnTo>
                <a:lnTo>
                  <a:pt x="794" y="412"/>
                </a:lnTo>
                <a:lnTo>
                  <a:pt x="791" y="418"/>
                </a:lnTo>
                <a:lnTo>
                  <a:pt x="791" y="418"/>
                </a:lnTo>
                <a:lnTo>
                  <a:pt x="788" y="424"/>
                </a:lnTo>
                <a:lnTo>
                  <a:pt x="788" y="425"/>
                </a:lnTo>
                <a:lnTo>
                  <a:pt x="784" y="430"/>
                </a:lnTo>
                <a:lnTo>
                  <a:pt x="784" y="431"/>
                </a:lnTo>
                <a:lnTo>
                  <a:pt x="779" y="436"/>
                </a:lnTo>
                <a:lnTo>
                  <a:pt x="779" y="436"/>
                </a:lnTo>
                <a:lnTo>
                  <a:pt x="774" y="441"/>
                </a:lnTo>
                <a:lnTo>
                  <a:pt x="774" y="441"/>
                </a:lnTo>
                <a:lnTo>
                  <a:pt x="769" y="446"/>
                </a:lnTo>
                <a:lnTo>
                  <a:pt x="768" y="446"/>
                </a:lnTo>
                <a:lnTo>
                  <a:pt x="762" y="451"/>
                </a:lnTo>
                <a:lnTo>
                  <a:pt x="762" y="451"/>
                </a:lnTo>
                <a:lnTo>
                  <a:pt x="755" y="455"/>
                </a:lnTo>
                <a:lnTo>
                  <a:pt x="754" y="455"/>
                </a:lnTo>
                <a:lnTo>
                  <a:pt x="747" y="458"/>
                </a:lnTo>
                <a:lnTo>
                  <a:pt x="746" y="458"/>
                </a:lnTo>
                <a:lnTo>
                  <a:pt x="738" y="461"/>
                </a:lnTo>
                <a:lnTo>
                  <a:pt x="738" y="461"/>
                </a:lnTo>
                <a:lnTo>
                  <a:pt x="729" y="463"/>
                </a:lnTo>
                <a:lnTo>
                  <a:pt x="728" y="463"/>
                </a:lnTo>
                <a:lnTo>
                  <a:pt x="719" y="465"/>
                </a:lnTo>
                <a:lnTo>
                  <a:pt x="719" y="465"/>
                </a:lnTo>
                <a:lnTo>
                  <a:pt x="708" y="466"/>
                </a:lnTo>
                <a:lnTo>
                  <a:pt x="708" y="466"/>
                </a:lnTo>
                <a:lnTo>
                  <a:pt x="697" y="466"/>
                </a:lnTo>
                <a:lnTo>
                  <a:pt x="697" y="466"/>
                </a:lnTo>
                <a:lnTo>
                  <a:pt x="686" y="466"/>
                </a:lnTo>
                <a:lnTo>
                  <a:pt x="686" y="466"/>
                </a:lnTo>
                <a:lnTo>
                  <a:pt x="675" y="465"/>
                </a:lnTo>
                <a:lnTo>
                  <a:pt x="675" y="465"/>
                </a:lnTo>
                <a:lnTo>
                  <a:pt x="665" y="463"/>
                </a:lnTo>
                <a:lnTo>
                  <a:pt x="665" y="463"/>
                </a:lnTo>
                <a:lnTo>
                  <a:pt x="656" y="461"/>
                </a:lnTo>
                <a:lnTo>
                  <a:pt x="656" y="461"/>
                </a:lnTo>
                <a:lnTo>
                  <a:pt x="647" y="458"/>
                </a:lnTo>
                <a:lnTo>
                  <a:pt x="647" y="458"/>
                </a:lnTo>
                <a:lnTo>
                  <a:pt x="639" y="455"/>
                </a:lnTo>
                <a:lnTo>
                  <a:pt x="638" y="454"/>
                </a:lnTo>
                <a:lnTo>
                  <a:pt x="631" y="450"/>
                </a:lnTo>
                <a:lnTo>
                  <a:pt x="631" y="450"/>
                </a:lnTo>
                <a:lnTo>
                  <a:pt x="624" y="445"/>
                </a:lnTo>
                <a:lnTo>
                  <a:pt x="624" y="445"/>
                </a:lnTo>
                <a:lnTo>
                  <a:pt x="618" y="440"/>
                </a:lnTo>
                <a:lnTo>
                  <a:pt x="617" y="440"/>
                </a:lnTo>
                <a:lnTo>
                  <a:pt x="612" y="434"/>
                </a:lnTo>
                <a:lnTo>
                  <a:pt x="611" y="434"/>
                </a:lnTo>
                <a:lnTo>
                  <a:pt x="606" y="428"/>
                </a:lnTo>
                <a:lnTo>
                  <a:pt x="606" y="427"/>
                </a:lnTo>
                <a:lnTo>
                  <a:pt x="602" y="421"/>
                </a:lnTo>
                <a:lnTo>
                  <a:pt x="602" y="421"/>
                </a:lnTo>
                <a:lnTo>
                  <a:pt x="598" y="414"/>
                </a:lnTo>
                <a:lnTo>
                  <a:pt x="597" y="413"/>
                </a:lnTo>
                <a:lnTo>
                  <a:pt x="594" y="406"/>
                </a:lnTo>
                <a:lnTo>
                  <a:pt x="594" y="406"/>
                </a:lnTo>
                <a:lnTo>
                  <a:pt x="592" y="398"/>
                </a:lnTo>
                <a:lnTo>
                  <a:pt x="591" y="398"/>
                </a:lnTo>
                <a:lnTo>
                  <a:pt x="590" y="390"/>
                </a:lnTo>
                <a:lnTo>
                  <a:pt x="589" y="389"/>
                </a:lnTo>
                <a:lnTo>
                  <a:pt x="588" y="376"/>
                </a:lnTo>
                <a:lnTo>
                  <a:pt x="588" y="376"/>
                </a:lnTo>
                <a:lnTo>
                  <a:pt x="587" y="357"/>
                </a:lnTo>
                <a:lnTo>
                  <a:pt x="587" y="357"/>
                </a:lnTo>
                <a:lnTo>
                  <a:pt x="586" y="332"/>
                </a:lnTo>
                <a:lnTo>
                  <a:pt x="586" y="332"/>
                </a:lnTo>
                <a:lnTo>
                  <a:pt x="585" y="301"/>
                </a:lnTo>
                <a:lnTo>
                  <a:pt x="585" y="16"/>
                </a:lnTo>
                <a:lnTo>
                  <a:pt x="591" y="22"/>
                </a:lnTo>
                <a:lnTo>
                  <a:pt x="485" y="22"/>
                </a:lnTo>
                <a:close/>
                <a:moveTo>
                  <a:pt x="1159" y="104"/>
                </a:moveTo>
                <a:lnTo>
                  <a:pt x="1165" y="110"/>
                </a:lnTo>
                <a:lnTo>
                  <a:pt x="1009" y="110"/>
                </a:lnTo>
                <a:lnTo>
                  <a:pt x="1007" y="110"/>
                </a:lnTo>
                <a:lnTo>
                  <a:pt x="1005" y="109"/>
                </a:lnTo>
                <a:lnTo>
                  <a:pt x="1004" y="108"/>
                </a:lnTo>
                <a:lnTo>
                  <a:pt x="1003" y="106"/>
                </a:lnTo>
                <a:lnTo>
                  <a:pt x="1003" y="104"/>
                </a:lnTo>
                <a:lnTo>
                  <a:pt x="1003" y="16"/>
                </a:lnTo>
                <a:lnTo>
                  <a:pt x="1003" y="14"/>
                </a:lnTo>
                <a:lnTo>
                  <a:pt x="1004" y="12"/>
                </a:lnTo>
                <a:lnTo>
                  <a:pt x="1005" y="11"/>
                </a:lnTo>
                <a:lnTo>
                  <a:pt x="1007" y="10"/>
                </a:lnTo>
                <a:lnTo>
                  <a:pt x="1009" y="10"/>
                </a:lnTo>
                <a:lnTo>
                  <a:pt x="1426" y="10"/>
                </a:lnTo>
                <a:lnTo>
                  <a:pt x="1428" y="10"/>
                </a:lnTo>
                <a:lnTo>
                  <a:pt x="1430" y="11"/>
                </a:lnTo>
                <a:lnTo>
                  <a:pt x="1431" y="12"/>
                </a:lnTo>
                <a:lnTo>
                  <a:pt x="1432" y="14"/>
                </a:lnTo>
                <a:lnTo>
                  <a:pt x="1432" y="16"/>
                </a:lnTo>
                <a:lnTo>
                  <a:pt x="1432" y="104"/>
                </a:lnTo>
                <a:lnTo>
                  <a:pt x="1432" y="106"/>
                </a:lnTo>
                <a:lnTo>
                  <a:pt x="1431" y="108"/>
                </a:lnTo>
                <a:lnTo>
                  <a:pt x="1430" y="109"/>
                </a:lnTo>
                <a:lnTo>
                  <a:pt x="1428" y="110"/>
                </a:lnTo>
                <a:lnTo>
                  <a:pt x="1426" y="110"/>
                </a:lnTo>
                <a:lnTo>
                  <a:pt x="1271" y="110"/>
                </a:lnTo>
                <a:lnTo>
                  <a:pt x="1277" y="104"/>
                </a:lnTo>
                <a:lnTo>
                  <a:pt x="1277" y="541"/>
                </a:lnTo>
                <a:lnTo>
                  <a:pt x="1276" y="543"/>
                </a:lnTo>
                <a:lnTo>
                  <a:pt x="1276" y="545"/>
                </a:lnTo>
                <a:lnTo>
                  <a:pt x="1274" y="546"/>
                </a:lnTo>
                <a:lnTo>
                  <a:pt x="1273" y="547"/>
                </a:lnTo>
                <a:lnTo>
                  <a:pt x="1271" y="547"/>
                </a:lnTo>
                <a:lnTo>
                  <a:pt x="1165" y="547"/>
                </a:lnTo>
                <a:lnTo>
                  <a:pt x="1163" y="547"/>
                </a:lnTo>
                <a:lnTo>
                  <a:pt x="1161" y="546"/>
                </a:lnTo>
                <a:lnTo>
                  <a:pt x="1160" y="545"/>
                </a:lnTo>
                <a:lnTo>
                  <a:pt x="1159" y="543"/>
                </a:lnTo>
                <a:lnTo>
                  <a:pt x="1159" y="541"/>
                </a:lnTo>
                <a:lnTo>
                  <a:pt x="1159" y="104"/>
                </a:lnTo>
                <a:close/>
                <a:moveTo>
                  <a:pt x="1170" y="541"/>
                </a:moveTo>
                <a:lnTo>
                  <a:pt x="1165" y="536"/>
                </a:lnTo>
                <a:lnTo>
                  <a:pt x="1271" y="536"/>
                </a:lnTo>
                <a:lnTo>
                  <a:pt x="1265" y="541"/>
                </a:lnTo>
                <a:lnTo>
                  <a:pt x="1265" y="104"/>
                </a:lnTo>
                <a:lnTo>
                  <a:pt x="1266" y="103"/>
                </a:lnTo>
                <a:lnTo>
                  <a:pt x="1266" y="101"/>
                </a:lnTo>
                <a:lnTo>
                  <a:pt x="1268" y="100"/>
                </a:lnTo>
                <a:lnTo>
                  <a:pt x="1269" y="99"/>
                </a:lnTo>
                <a:lnTo>
                  <a:pt x="1271" y="99"/>
                </a:lnTo>
                <a:lnTo>
                  <a:pt x="1426" y="99"/>
                </a:lnTo>
                <a:lnTo>
                  <a:pt x="1421" y="104"/>
                </a:lnTo>
                <a:lnTo>
                  <a:pt x="1421" y="16"/>
                </a:lnTo>
                <a:lnTo>
                  <a:pt x="1426" y="21"/>
                </a:lnTo>
                <a:lnTo>
                  <a:pt x="1009" y="21"/>
                </a:lnTo>
                <a:lnTo>
                  <a:pt x="1014" y="16"/>
                </a:lnTo>
                <a:lnTo>
                  <a:pt x="1014" y="104"/>
                </a:lnTo>
                <a:lnTo>
                  <a:pt x="1009" y="99"/>
                </a:lnTo>
                <a:lnTo>
                  <a:pt x="1165" y="99"/>
                </a:lnTo>
                <a:lnTo>
                  <a:pt x="1166" y="99"/>
                </a:lnTo>
                <a:lnTo>
                  <a:pt x="1168" y="100"/>
                </a:lnTo>
                <a:lnTo>
                  <a:pt x="1169" y="101"/>
                </a:lnTo>
                <a:lnTo>
                  <a:pt x="1170" y="103"/>
                </a:lnTo>
                <a:lnTo>
                  <a:pt x="1170" y="104"/>
                </a:lnTo>
                <a:lnTo>
                  <a:pt x="1170" y="541"/>
                </a:lnTo>
                <a:lnTo>
                  <a:pt x="1170" y="541"/>
                </a:lnTo>
                <a:close/>
                <a:moveTo>
                  <a:pt x="1630" y="10"/>
                </a:moveTo>
                <a:lnTo>
                  <a:pt x="1632" y="10"/>
                </a:lnTo>
                <a:lnTo>
                  <a:pt x="1633" y="11"/>
                </a:lnTo>
                <a:lnTo>
                  <a:pt x="1635" y="12"/>
                </a:lnTo>
                <a:lnTo>
                  <a:pt x="1635" y="14"/>
                </a:lnTo>
                <a:lnTo>
                  <a:pt x="1636" y="16"/>
                </a:lnTo>
                <a:lnTo>
                  <a:pt x="1636" y="301"/>
                </a:lnTo>
                <a:lnTo>
                  <a:pt x="1636" y="332"/>
                </a:lnTo>
                <a:lnTo>
                  <a:pt x="1636" y="332"/>
                </a:lnTo>
                <a:lnTo>
                  <a:pt x="1637" y="357"/>
                </a:lnTo>
                <a:lnTo>
                  <a:pt x="1637" y="356"/>
                </a:lnTo>
                <a:lnTo>
                  <a:pt x="1638" y="376"/>
                </a:lnTo>
                <a:lnTo>
                  <a:pt x="1638" y="375"/>
                </a:lnTo>
                <a:lnTo>
                  <a:pt x="1640" y="388"/>
                </a:lnTo>
                <a:lnTo>
                  <a:pt x="1639" y="388"/>
                </a:lnTo>
                <a:lnTo>
                  <a:pt x="1641" y="395"/>
                </a:lnTo>
                <a:lnTo>
                  <a:pt x="1641" y="395"/>
                </a:lnTo>
                <a:lnTo>
                  <a:pt x="1644" y="403"/>
                </a:lnTo>
                <a:lnTo>
                  <a:pt x="1644" y="402"/>
                </a:lnTo>
                <a:lnTo>
                  <a:pt x="1647" y="409"/>
                </a:lnTo>
                <a:lnTo>
                  <a:pt x="1647" y="409"/>
                </a:lnTo>
                <a:lnTo>
                  <a:pt x="1650" y="415"/>
                </a:lnTo>
                <a:lnTo>
                  <a:pt x="1650" y="415"/>
                </a:lnTo>
                <a:lnTo>
                  <a:pt x="1654" y="421"/>
                </a:lnTo>
                <a:lnTo>
                  <a:pt x="1654" y="421"/>
                </a:lnTo>
                <a:lnTo>
                  <a:pt x="1659" y="427"/>
                </a:lnTo>
                <a:lnTo>
                  <a:pt x="1659" y="426"/>
                </a:lnTo>
                <a:lnTo>
                  <a:pt x="1664" y="432"/>
                </a:lnTo>
                <a:lnTo>
                  <a:pt x="1664" y="431"/>
                </a:lnTo>
                <a:lnTo>
                  <a:pt x="1670" y="437"/>
                </a:lnTo>
                <a:lnTo>
                  <a:pt x="1670" y="436"/>
                </a:lnTo>
                <a:lnTo>
                  <a:pt x="1676" y="441"/>
                </a:lnTo>
                <a:lnTo>
                  <a:pt x="1676" y="441"/>
                </a:lnTo>
                <a:lnTo>
                  <a:pt x="1683" y="445"/>
                </a:lnTo>
                <a:lnTo>
                  <a:pt x="1683" y="444"/>
                </a:lnTo>
                <a:lnTo>
                  <a:pt x="1690" y="448"/>
                </a:lnTo>
                <a:lnTo>
                  <a:pt x="1690" y="448"/>
                </a:lnTo>
                <a:lnTo>
                  <a:pt x="1698" y="450"/>
                </a:lnTo>
                <a:lnTo>
                  <a:pt x="1698" y="450"/>
                </a:lnTo>
                <a:lnTo>
                  <a:pt x="1707" y="452"/>
                </a:lnTo>
                <a:lnTo>
                  <a:pt x="1706" y="452"/>
                </a:lnTo>
                <a:lnTo>
                  <a:pt x="1716" y="454"/>
                </a:lnTo>
                <a:lnTo>
                  <a:pt x="1716" y="454"/>
                </a:lnTo>
                <a:lnTo>
                  <a:pt x="1726" y="454"/>
                </a:lnTo>
                <a:lnTo>
                  <a:pt x="1725" y="454"/>
                </a:lnTo>
                <a:lnTo>
                  <a:pt x="1736" y="455"/>
                </a:lnTo>
                <a:lnTo>
                  <a:pt x="1736" y="455"/>
                </a:lnTo>
                <a:lnTo>
                  <a:pt x="1747" y="454"/>
                </a:lnTo>
                <a:lnTo>
                  <a:pt x="1747" y="454"/>
                </a:lnTo>
                <a:lnTo>
                  <a:pt x="1757" y="454"/>
                </a:lnTo>
                <a:lnTo>
                  <a:pt x="1756" y="454"/>
                </a:lnTo>
                <a:lnTo>
                  <a:pt x="1766" y="452"/>
                </a:lnTo>
                <a:lnTo>
                  <a:pt x="1765" y="452"/>
                </a:lnTo>
                <a:lnTo>
                  <a:pt x="1774" y="450"/>
                </a:lnTo>
                <a:lnTo>
                  <a:pt x="1774" y="450"/>
                </a:lnTo>
                <a:lnTo>
                  <a:pt x="1782" y="448"/>
                </a:lnTo>
                <a:lnTo>
                  <a:pt x="1781" y="448"/>
                </a:lnTo>
                <a:lnTo>
                  <a:pt x="1789" y="445"/>
                </a:lnTo>
                <a:lnTo>
                  <a:pt x="1788" y="445"/>
                </a:lnTo>
                <a:lnTo>
                  <a:pt x="1795" y="441"/>
                </a:lnTo>
                <a:lnTo>
                  <a:pt x="1794" y="442"/>
                </a:lnTo>
                <a:lnTo>
                  <a:pt x="1800" y="437"/>
                </a:lnTo>
                <a:lnTo>
                  <a:pt x="1800" y="438"/>
                </a:lnTo>
                <a:lnTo>
                  <a:pt x="1805" y="433"/>
                </a:lnTo>
                <a:lnTo>
                  <a:pt x="1805" y="433"/>
                </a:lnTo>
                <a:lnTo>
                  <a:pt x="1810" y="428"/>
                </a:lnTo>
                <a:lnTo>
                  <a:pt x="1810" y="428"/>
                </a:lnTo>
                <a:lnTo>
                  <a:pt x="1814" y="423"/>
                </a:lnTo>
                <a:lnTo>
                  <a:pt x="1814" y="424"/>
                </a:lnTo>
                <a:lnTo>
                  <a:pt x="1817" y="418"/>
                </a:lnTo>
                <a:lnTo>
                  <a:pt x="1817" y="419"/>
                </a:lnTo>
                <a:lnTo>
                  <a:pt x="1820" y="413"/>
                </a:lnTo>
                <a:lnTo>
                  <a:pt x="1820" y="413"/>
                </a:lnTo>
                <a:lnTo>
                  <a:pt x="1822" y="407"/>
                </a:lnTo>
                <a:lnTo>
                  <a:pt x="1822" y="407"/>
                </a:lnTo>
                <a:lnTo>
                  <a:pt x="1824" y="401"/>
                </a:lnTo>
                <a:lnTo>
                  <a:pt x="1824" y="402"/>
                </a:lnTo>
                <a:lnTo>
                  <a:pt x="1826" y="395"/>
                </a:lnTo>
                <a:lnTo>
                  <a:pt x="1825" y="395"/>
                </a:lnTo>
                <a:lnTo>
                  <a:pt x="1828" y="380"/>
                </a:lnTo>
                <a:lnTo>
                  <a:pt x="1828" y="380"/>
                </a:lnTo>
                <a:lnTo>
                  <a:pt x="1829" y="360"/>
                </a:lnTo>
                <a:lnTo>
                  <a:pt x="1829" y="360"/>
                </a:lnTo>
                <a:lnTo>
                  <a:pt x="1830" y="335"/>
                </a:lnTo>
                <a:lnTo>
                  <a:pt x="1830" y="336"/>
                </a:lnTo>
                <a:lnTo>
                  <a:pt x="1830" y="307"/>
                </a:lnTo>
                <a:lnTo>
                  <a:pt x="1830" y="16"/>
                </a:lnTo>
                <a:lnTo>
                  <a:pt x="1831" y="14"/>
                </a:lnTo>
                <a:lnTo>
                  <a:pt x="1831" y="12"/>
                </a:lnTo>
                <a:lnTo>
                  <a:pt x="1833" y="11"/>
                </a:lnTo>
                <a:lnTo>
                  <a:pt x="1834" y="10"/>
                </a:lnTo>
                <a:lnTo>
                  <a:pt x="1836" y="10"/>
                </a:lnTo>
                <a:lnTo>
                  <a:pt x="1942" y="10"/>
                </a:lnTo>
                <a:lnTo>
                  <a:pt x="1944" y="10"/>
                </a:lnTo>
                <a:lnTo>
                  <a:pt x="1946" y="11"/>
                </a:lnTo>
                <a:lnTo>
                  <a:pt x="1947" y="12"/>
                </a:lnTo>
                <a:lnTo>
                  <a:pt x="1948" y="14"/>
                </a:lnTo>
                <a:lnTo>
                  <a:pt x="1948" y="16"/>
                </a:lnTo>
                <a:lnTo>
                  <a:pt x="1948" y="293"/>
                </a:lnTo>
                <a:lnTo>
                  <a:pt x="1947" y="337"/>
                </a:lnTo>
                <a:lnTo>
                  <a:pt x="1947" y="337"/>
                </a:lnTo>
                <a:lnTo>
                  <a:pt x="1947" y="356"/>
                </a:lnTo>
                <a:lnTo>
                  <a:pt x="1947" y="356"/>
                </a:lnTo>
                <a:lnTo>
                  <a:pt x="1946" y="374"/>
                </a:lnTo>
                <a:lnTo>
                  <a:pt x="1946" y="374"/>
                </a:lnTo>
                <a:lnTo>
                  <a:pt x="1945" y="390"/>
                </a:lnTo>
                <a:lnTo>
                  <a:pt x="1945" y="390"/>
                </a:lnTo>
                <a:lnTo>
                  <a:pt x="1943" y="404"/>
                </a:lnTo>
                <a:lnTo>
                  <a:pt x="1943" y="404"/>
                </a:lnTo>
                <a:lnTo>
                  <a:pt x="1941" y="417"/>
                </a:lnTo>
                <a:lnTo>
                  <a:pt x="1941" y="417"/>
                </a:lnTo>
                <a:lnTo>
                  <a:pt x="1939" y="428"/>
                </a:lnTo>
                <a:lnTo>
                  <a:pt x="1939" y="428"/>
                </a:lnTo>
                <a:lnTo>
                  <a:pt x="1937" y="437"/>
                </a:lnTo>
                <a:lnTo>
                  <a:pt x="1937" y="438"/>
                </a:lnTo>
                <a:lnTo>
                  <a:pt x="1934" y="447"/>
                </a:lnTo>
                <a:lnTo>
                  <a:pt x="1934" y="447"/>
                </a:lnTo>
                <a:lnTo>
                  <a:pt x="1931" y="456"/>
                </a:lnTo>
                <a:lnTo>
                  <a:pt x="1930" y="456"/>
                </a:lnTo>
                <a:lnTo>
                  <a:pt x="1927" y="465"/>
                </a:lnTo>
                <a:lnTo>
                  <a:pt x="1927" y="465"/>
                </a:lnTo>
                <a:lnTo>
                  <a:pt x="1922" y="473"/>
                </a:lnTo>
                <a:lnTo>
                  <a:pt x="1922" y="473"/>
                </a:lnTo>
                <a:lnTo>
                  <a:pt x="1918" y="481"/>
                </a:lnTo>
                <a:lnTo>
                  <a:pt x="1917" y="481"/>
                </a:lnTo>
                <a:lnTo>
                  <a:pt x="1912" y="489"/>
                </a:lnTo>
                <a:lnTo>
                  <a:pt x="1912" y="489"/>
                </a:lnTo>
                <a:lnTo>
                  <a:pt x="1906" y="496"/>
                </a:lnTo>
                <a:lnTo>
                  <a:pt x="1906" y="496"/>
                </a:lnTo>
                <a:lnTo>
                  <a:pt x="1900" y="503"/>
                </a:lnTo>
                <a:lnTo>
                  <a:pt x="1900" y="503"/>
                </a:lnTo>
                <a:lnTo>
                  <a:pt x="1893" y="509"/>
                </a:lnTo>
                <a:lnTo>
                  <a:pt x="1893" y="510"/>
                </a:lnTo>
                <a:lnTo>
                  <a:pt x="1886" y="515"/>
                </a:lnTo>
                <a:lnTo>
                  <a:pt x="1886" y="516"/>
                </a:lnTo>
                <a:lnTo>
                  <a:pt x="1878" y="521"/>
                </a:lnTo>
                <a:lnTo>
                  <a:pt x="1878" y="521"/>
                </a:lnTo>
                <a:lnTo>
                  <a:pt x="1870" y="527"/>
                </a:lnTo>
                <a:lnTo>
                  <a:pt x="1870" y="527"/>
                </a:lnTo>
                <a:lnTo>
                  <a:pt x="1861" y="532"/>
                </a:lnTo>
                <a:lnTo>
                  <a:pt x="1861" y="532"/>
                </a:lnTo>
                <a:lnTo>
                  <a:pt x="1852" y="536"/>
                </a:lnTo>
                <a:lnTo>
                  <a:pt x="1852" y="536"/>
                </a:lnTo>
                <a:lnTo>
                  <a:pt x="1842" y="541"/>
                </a:lnTo>
                <a:lnTo>
                  <a:pt x="1842" y="541"/>
                </a:lnTo>
                <a:lnTo>
                  <a:pt x="1832" y="544"/>
                </a:lnTo>
                <a:lnTo>
                  <a:pt x="1832" y="545"/>
                </a:lnTo>
                <a:lnTo>
                  <a:pt x="1821" y="548"/>
                </a:lnTo>
                <a:lnTo>
                  <a:pt x="1821" y="548"/>
                </a:lnTo>
                <a:lnTo>
                  <a:pt x="1809" y="551"/>
                </a:lnTo>
                <a:lnTo>
                  <a:pt x="1809" y="551"/>
                </a:lnTo>
                <a:lnTo>
                  <a:pt x="1796" y="553"/>
                </a:lnTo>
                <a:lnTo>
                  <a:pt x="1796" y="553"/>
                </a:lnTo>
                <a:lnTo>
                  <a:pt x="1783" y="555"/>
                </a:lnTo>
                <a:lnTo>
                  <a:pt x="1783" y="555"/>
                </a:lnTo>
                <a:lnTo>
                  <a:pt x="1769" y="556"/>
                </a:lnTo>
                <a:lnTo>
                  <a:pt x="1769" y="556"/>
                </a:lnTo>
                <a:lnTo>
                  <a:pt x="1755" y="557"/>
                </a:lnTo>
                <a:lnTo>
                  <a:pt x="1754" y="557"/>
                </a:lnTo>
                <a:lnTo>
                  <a:pt x="1739" y="557"/>
                </a:lnTo>
                <a:lnTo>
                  <a:pt x="1739" y="557"/>
                </a:lnTo>
                <a:lnTo>
                  <a:pt x="1721" y="557"/>
                </a:lnTo>
                <a:lnTo>
                  <a:pt x="1721" y="557"/>
                </a:lnTo>
                <a:lnTo>
                  <a:pt x="1704" y="556"/>
                </a:lnTo>
                <a:lnTo>
                  <a:pt x="1704" y="556"/>
                </a:lnTo>
                <a:lnTo>
                  <a:pt x="1688" y="555"/>
                </a:lnTo>
                <a:lnTo>
                  <a:pt x="1687" y="555"/>
                </a:lnTo>
                <a:lnTo>
                  <a:pt x="1672" y="553"/>
                </a:lnTo>
                <a:lnTo>
                  <a:pt x="1672" y="553"/>
                </a:lnTo>
                <a:lnTo>
                  <a:pt x="1659" y="550"/>
                </a:lnTo>
                <a:lnTo>
                  <a:pt x="1658" y="550"/>
                </a:lnTo>
                <a:lnTo>
                  <a:pt x="1646" y="547"/>
                </a:lnTo>
                <a:lnTo>
                  <a:pt x="1645" y="547"/>
                </a:lnTo>
                <a:lnTo>
                  <a:pt x="1634" y="544"/>
                </a:lnTo>
                <a:lnTo>
                  <a:pt x="1633" y="543"/>
                </a:lnTo>
                <a:lnTo>
                  <a:pt x="1623" y="539"/>
                </a:lnTo>
                <a:lnTo>
                  <a:pt x="1623" y="539"/>
                </a:lnTo>
                <a:lnTo>
                  <a:pt x="1614" y="535"/>
                </a:lnTo>
                <a:lnTo>
                  <a:pt x="1613" y="535"/>
                </a:lnTo>
                <a:lnTo>
                  <a:pt x="1604" y="530"/>
                </a:lnTo>
                <a:lnTo>
                  <a:pt x="1604" y="530"/>
                </a:lnTo>
                <a:lnTo>
                  <a:pt x="1596" y="524"/>
                </a:lnTo>
                <a:lnTo>
                  <a:pt x="1595" y="524"/>
                </a:lnTo>
                <a:lnTo>
                  <a:pt x="1587" y="519"/>
                </a:lnTo>
                <a:lnTo>
                  <a:pt x="1587" y="519"/>
                </a:lnTo>
                <a:lnTo>
                  <a:pt x="1580" y="513"/>
                </a:lnTo>
                <a:lnTo>
                  <a:pt x="1579" y="512"/>
                </a:lnTo>
                <a:lnTo>
                  <a:pt x="1572" y="506"/>
                </a:lnTo>
                <a:lnTo>
                  <a:pt x="1572" y="506"/>
                </a:lnTo>
                <a:lnTo>
                  <a:pt x="1566" y="500"/>
                </a:lnTo>
                <a:lnTo>
                  <a:pt x="1565" y="499"/>
                </a:lnTo>
                <a:lnTo>
                  <a:pt x="1560" y="493"/>
                </a:lnTo>
                <a:lnTo>
                  <a:pt x="1559" y="492"/>
                </a:lnTo>
                <a:lnTo>
                  <a:pt x="1554" y="485"/>
                </a:lnTo>
                <a:lnTo>
                  <a:pt x="1554" y="485"/>
                </a:lnTo>
                <a:lnTo>
                  <a:pt x="1549" y="478"/>
                </a:lnTo>
                <a:lnTo>
                  <a:pt x="1549" y="478"/>
                </a:lnTo>
                <a:lnTo>
                  <a:pt x="1544" y="470"/>
                </a:lnTo>
                <a:lnTo>
                  <a:pt x="1544" y="470"/>
                </a:lnTo>
                <a:lnTo>
                  <a:pt x="1540" y="463"/>
                </a:lnTo>
                <a:lnTo>
                  <a:pt x="1540" y="463"/>
                </a:lnTo>
                <a:lnTo>
                  <a:pt x="1537" y="455"/>
                </a:lnTo>
                <a:lnTo>
                  <a:pt x="1536" y="455"/>
                </a:lnTo>
                <a:lnTo>
                  <a:pt x="1533" y="448"/>
                </a:lnTo>
                <a:lnTo>
                  <a:pt x="1533" y="447"/>
                </a:lnTo>
                <a:lnTo>
                  <a:pt x="1531" y="440"/>
                </a:lnTo>
                <a:lnTo>
                  <a:pt x="1531" y="439"/>
                </a:lnTo>
                <a:lnTo>
                  <a:pt x="1528" y="432"/>
                </a:lnTo>
                <a:lnTo>
                  <a:pt x="1528" y="431"/>
                </a:lnTo>
                <a:lnTo>
                  <a:pt x="1526" y="419"/>
                </a:lnTo>
                <a:lnTo>
                  <a:pt x="1526" y="419"/>
                </a:lnTo>
                <a:lnTo>
                  <a:pt x="1524" y="406"/>
                </a:lnTo>
                <a:lnTo>
                  <a:pt x="1524" y="406"/>
                </a:lnTo>
                <a:lnTo>
                  <a:pt x="1522" y="391"/>
                </a:lnTo>
                <a:lnTo>
                  <a:pt x="1522" y="391"/>
                </a:lnTo>
                <a:lnTo>
                  <a:pt x="1521" y="375"/>
                </a:lnTo>
                <a:lnTo>
                  <a:pt x="1521" y="375"/>
                </a:lnTo>
                <a:lnTo>
                  <a:pt x="1519" y="357"/>
                </a:lnTo>
                <a:lnTo>
                  <a:pt x="1519" y="357"/>
                </a:lnTo>
                <a:lnTo>
                  <a:pt x="1519" y="338"/>
                </a:lnTo>
                <a:lnTo>
                  <a:pt x="1519" y="338"/>
                </a:lnTo>
                <a:lnTo>
                  <a:pt x="1518" y="318"/>
                </a:lnTo>
                <a:lnTo>
                  <a:pt x="1518" y="318"/>
                </a:lnTo>
                <a:lnTo>
                  <a:pt x="1518" y="296"/>
                </a:lnTo>
                <a:lnTo>
                  <a:pt x="1518" y="16"/>
                </a:lnTo>
                <a:lnTo>
                  <a:pt x="1518" y="14"/>
                </a:lnTo>
                <a:lnTo>
                  <a:pt x="1519" y="12"/>
                </a:lnTo>
                <a:lnTo>
                  <a:pt x="1520" y="11"/>
                </a:lnTo>
                <a:lnTo>
                  <a:pt x="1522" y="10"/>
                </a:lnTo>
                <a:lnTo>
                  <a:pt x="1524" y="10"/>
                </a:lnTo>
                <a:lnTo>
                  <a:pt x="1630" y="10"/>
                </a:lnTo>
                <a:lnTo>
                  <a:pt x="1630" y="10"/>
                </a:lnTo>
                <a:close/>
                <a:moveTo>
                  <a:pt x="1524" y="22"/>
                </a:moveTo>
                <a:lnTo>
                  <a:pt x="1530" y="16"/>
                </a:lnTo>
                <a:lnTo>
                  <a:pt x="1530" y="297"/>
                </a:lnTo>
                <a:lnTo>
                  <a:pt x="1530" y="318"/>
                </a:lnTo>
                <a:lnTo>
                  <a:pt x="1530" y="318"/>
                </a:lnTo>
                <a:lnTo>
                  <a:pt x="1530" y="338"/>
                </a:lnTo>
                <a:lnTo>
                  <a:pt x="1530" y="338"/>
                </a:lnTo>
                <a:lnTo>
                  <a:pt x="1531" y="357"/>
                </a:lnTo>
                <a:lnTo>
                  <a:pt x="1531" y="357"/>
                </a:lnTo>
                <a:lnTo>
                  <a:pt x="1532" y="374"/>
                </a:lnTo>
                <a:lnTo>
                  <a:pt x="1532" y="374"/>
                </a:lnTo>
                <a:lnTo>
                  <a:pt x="1534" y="390"/>
                </a:lnTo>
                <a:lnTo>
                  <a:pt x="1534" y="390"/>
                </a:lnTo>
                <a:lnTo>
                  <a:pt x="1535" y="404"/>
                </a:lnTo>
                <a:lnTo>
                  <a:pt x="1535" y="404"/>
                </a:lnTo>
                <a:lnTo>
                  <a:pt x="1537" y="418"/>
                </a:lnTo>
                <a:lnTo>
                  <a:pt x="1537" y="417"/>
                </a:lnTo>
                <a:lnTo>
                  <a:pt x="1540" y="429"/>
                </a:lnTo>
                <a:lnTo>
                  <a:pt x="1540" y="429"/>
                </a:lnTo>
                <a:lnTo>
                  <a:pt x="1542" y="437"/>
                </a:lnTo>
                <a:lnTo>
                  <a:pt x="1542" y="436"/>
                </a:lnTo>
                <a:lnTo>
                  <a:pt x="1544" y="444"/>
                </a:lnTo>
                <a:lnTo>
                  <a:pt x="1544" y="444"/>
                </a:lnTo>
                <a:lnTo>
                  <a:pt x="1547" y="451"/>
                </a:lnTo>
                <a:lnTo>
                  <a:pt x="1547" y="451"/>
                </a:lnTo>
                <a:lnTo>
                  <a:pt x="1550" y="458"/>
                </a:lnTo>
                <a:lnTo>
                  <a:pt x="1550" y="458"/>
                </a:lnTo>
                <a:lnTo>
                  <a:pt x="1554" y="465"/>
                </a:lnTo>
                <a:lnTo>
                  <a:pt x="1554" y="465"/>
                </a:lnTo>
                <a:lnTo>
                  <a:pt x="1558" y="472"/>
                </a:lnTo>
                <a:lnTo>
                  <a:pt x="1558" y="472"/>
                </a:lnTo>
                <a:lnTo>
                  <a:pt x="1563" y="479"/>
                </a:lnTo>
                <a:lnTo>
                  <a:pt x="1563" y="478"/>
                </a:lnTo>
                <a:lnTo>
                  <a:pt x="1569" y="485"/>
                </a:lnTo>
                <a:lnTo>
                  <a:pt x="1568" y="485"/>
                </a:lnTo>
                <a:lnTo>
                  <a:pt x="1574" y="492"/>
                </a:lnTo>
                <a:lnTo>
                  <a:pt x="1574" y="491"/>
                </a:lnTo>
                <a:lnTo>
                  <a:pt x="1580" y="498"/>
                </a:lnTo>
                <a:lnTo>
                  <a:pt x="1580" y="498"/>
                </a:lnTo>
                <a:lnTo>
                  <a:pt x="1587" y="504"/>
                </a:lnTo>
                <a:lnTo>
                  <a:pt x="1587" y="503"/>
                </a:lnTo>
                <a:lnTo>
                  <a:pt x="1594" y="509"/>
                </a:lnTo>
                <a:lnTo>
                  <a:pt x="1594" y="509"/>
                </a:lnTo>
                <a:lnTo>
                  <a:pt x="1602" y="515"/>
                </a:lnTo>
                <a:lnTo>
                  <a:pt x="1601" y="515"/>
                </a:lnTo>
                <a:lnTo>
                  <a:pt x="1610" y="520"/>
                </a:lnTo>
                <a:lnTo>
                  <a:pt x="1609" y="520"/>
                </a:lnTo>
                <a:lnTo>
                  <a:pt x="1618" y="524"/>
                </a:lnTo>
                <a:lnTo>
                  <a:pt x="1618" y="524"/>
                </a:lnTo>
                <a:lnTo>
                  <a:pt x="1628" y="529"/>
                </a:lnTo>
                <a:lnTo>
                  <a:pt x="1627" y="529"/>
                </a:lnTo>
                <a:lnTo>
                  <a:pt x="1638" y="533"/>
                </a:lnTo>
                <a:lnTo>
                  <a:pt x="1637" y="532"/>
                </a:lnTo>
                <a:lnTo>
                  <a:pt x="1648" y="536"/>
                </a:lnTo>
                <a:lnTo>
                  <a:pt x="1648" y="536"/>
                </a:lnTo>
                <a:lnTo>
                  <a:pt x="1661" y="539"/>
                </a:lnTo>
                <a:lnTo>
                  <a:pt x="1660" y="539"/>
                </a:lnTo>
                <a:lnTo>
                  <a:pt x="1674" y="541"/>
                </a:lnTo>
                <a:lnTo>
                  <a:pt x="1674" y="541"/>
                </a:lnTo>
                <a:lnTo>
                  <a:pt x="1689" y="543"/>
                </a:lnTo>
                <a:lnTo>
                  <a:pt x="1688" y="543"/>
                </a:lnTo>
                <a:lnTo>
                  <a:pt x="1704" y="545"/>
                </a:lnTo>
                <a:lnTo>
                  <a:pt x="1704" y="545"/>
                </a:lnTo>
                <a:lnTo>
                  <a:pt x="1721" y="545"/>
                </a:lnTo>
                <a:lnTo>
                  <a:pt x="1721" y="545"/>
                </a:lnTo>
                <a:lnTo>
                  <a:pt x="1739" y="546"/>
                </a:lnTo>
                <a:lnTo>
                  <a:pt x="1739" y="546"/>
                </a:lnTo>
                <a:lnTo>
                  <a:pt x="1754" y="545"/>
                </a:lnTo>
                <a:lnTo>
                  <a:pt x="1754" y="545"/>
                </a:lnTo>
                <a:lnTo>
                  <a:pt x="1768" y="545"/>
                </a:lnTo>
                <a:lnTo>
                  <a:pt x="1768" y="545"/>
                </a:lnTo>
                <a:lnTo>
                  <a:pt x="1782" y="543"/>
                </a:lnTo>
                <a:lnTo>
                  <a:pt x="1782" y="543"/>
                </a:lnTo>
                <a:lnTo>
                  <a:pt x="1795" y="542"/>
                </a:lnTo>
                <a:lnTo>
                  <a:pt x="1794" y="542"/>
                </a:lnTo>
                <a:lnTo>
                  <a:pt x="1807" y="539"/>
                </a:lnTo>
                <a:lnTo>
                  <a:pt x="1806" y="539"/>
                </a:lnTo>
                <a:lnTo>
                  <a:pt x="1818" y="537"/>
                </a:lnTo>
                <a:lnTo>
                  <a:pt x="1818" y="537"/>
                </a:lnTo>
                <a:lnTo>
                  <a:pt x="1828" y="533"/>
                </a:lnTo>
                <a:lnTo>
                  <a:pt x="1828" y="534"/>
                </a:lnTo>
                <a:lnTo>
                  <a:pt x="1838" y="530"/>
                </a:lnTo>
                <a:lnTo>
                  <a:pt x="1838" y="530"/>
                </a:lnTo>
                <a:lnTo>
                  <a:pt x="1847" y="526"/>
                </a:lnTo>
                <a:lnTo>
                  <a:pt x="1847" y="526"/>
                </a:lnTo>
                <a:lnTo>
                  <a:pt x="1856" y="521"/>
                </a:lnTo>
                <a:lnTo>
                  <a:pt x="1856" y="522"/>
                </a:lnTo>
                <a:lnTo>
                  <a:pt x="1864" y="517"/>
                </a:lnTo>
                <a:lnTo>
                  <a:pt x="1864" y="517"/>
                </a:lnTo>
                <a:lnTo>
                  <a:pt x="1872" y="512"/>
                </a:lnTo>
                <a:lnTo>
                  <a:pt x="1872" y="512"/>
                </a:lnTo>
                <a:lnTo>
                  <a:pt x="1879" y="506"/>
                </a:lnTo>
                <a:lnTo>
                  <a:pt x="1879" y="506"/>
                </a:lnTo>
                <a:lnTo>
                  <a:pt x="1886" y="501"/>
                </a:lnTo>
                <a:lnTo>
                  <a:pt x="1885" y="501"/>
                </a:lnTo>
                <a:lnTo>
                  <a:pt x="1892" y="495"/>
                </a:lnTo>
                <a:lnTo>
                  <a:pt x="1892" y="495"/>
                </a:lnTo>
                <a:lnTo>
                  <a:pt x="1898" y="488"/>
                </a:lnTo>
                <a:lnTo>
                  <a:pt x="1897" y="489"/>
                </a:lnTo>
                <a:lnTo>
                  <a:pt x="1903" y="482"/>
                </a:lnTo>
                <a:lnTo>
                  <a:pt x="1903" y="482"/>
                </a:lnTo>
                <a:lnTo>
                  <a:pt x="1908" y="475"/>
                </a:lnTo>
                <a:lnTo>
                  <a:pt x="1908" y="475"/>
                </a:lnTo>
                <a:lnTo>
                  <a:pt x="1912" y="467"/>
                </a:lnTo>
                <a:lnTo>
                  <a:pt x="1912" y="468"/>
                </a:lnTo>
                <a:lnTo>
                  <a:pt x="1916" y="460"/>
                </a:lnTo>
                <a:lnTo>
                  <a:pt x="1916" y="460"/>
                </a:lnTo>
                <a:lnTo>
                  <a:pt x="1920" y="452"/>
                </a:lnTo>
                <a:lnTo>
                  <a:pt x="1920" y="452"/>
                </a:lnTo>
                <a:lnTo>
                  <a:pt x="1923" y="443"/>
                </a:lnTo>
                <a:lnTo>
                  <a:pt x="1923" y="443"/>
                </a:lnTo>
                <a:lnTo>
                  <a:pt x="1926" y="434"/>
                </a:lnTo>
                <a:lnTo>
                  <a:pt x="1926" y="434"/>
                </a:lnTo>
                <a:lnTo>
                  <a:pt x="1928" y="425"/>
                </a:lnTo>
                <a:lnTo>
                  <a:pt x="1928" y="425"/>
                </a:lnTo>
                <a:lnTo>
                  <a:pt x="1930" y="415"/>
                </a:lnTo>
                <a:lnTo>
                  <a:pt x="1930" y="415"/>
                </a:lnTo>
                <a:lnTo>
                  <a:pt x="1932" y="402"/>
                </a:lnTo>
                <a:lnTo>
                  <a:pt x="1932" y="403"/>
                </a:lnTo>
                <a:lnTo>
                  <a:pt x="1933" y="388"/>
                </a:lnTo>
                <a:lnTo>
                  <a:pt x="1933" y="389"/>
                </a:lnTo>
                <a:lnTo>
                  <a:pt x="1934" y="373"/>
                </a:lnTo>
                <a:lnTo>
                  <a:pt x="1934" y="373"/>
                </a:lnTo>
                <a:lnTo>
                  <a:pt x="1935" y="355"/>
                </a:lnTo>
                <a:lnTo>
                  <a:pt x="1935" y="355"/>
                </a:lnTo>
                <a:lnTo>
                  <a:pt x="1936" y="336"/>
                </a:lnTo>
                <a:lnTo>
                  <a:pt x="1936" y="336"/>
                </a:lnTo>
                <a:lnTo>
                  <a:pt x="1936" y="292"/>
                </a:lnTo>
                <a:lnTo>
                  <a:pt x="1936" y="16"/>
                </a:lnTo>
                <a:lnTo>
                  <a:pt x="1942" y="22"/>
                </a:lnTo>
                <a:lnTo>
                  <a:pt x="1836" y="22"/>
                </a:lnTo>
                <a:lnTo>
                  <a:pt x="1842" y="16"/>
                </a:lnTo>
                <a:lnTo>
                  <a:pt x="1842" y="307"/>
                </a:lnTo>
                <a:lnTo>
                  <a:pt x="1841" y="336"/>
                </a:lnTo>
                <a:lnTo>
                  <a:pt x="1841" y="336"/>
                </a:lnTo>
                <a:lnTo>
                  <a:pt x="1840" y="361"/>
                </a:lnTo>
                <a:lnTo>
                  <a:pt x="1840" y="361"/>
                </a:lnTo>
                <a:lnTo>
                  <a:pt x="1839" y="381"/>
                </a:lnTo>
                <a:lnTo>
                  <a:pt x="1839" y="382"/>
                </a:lnTo>
                <a:lnTo>
                  <a:pt x="1837" y="397"/>
                </a:lnTo>
                <a:lnTo>
                  <a:pt x="1837" y="398"/>
                </a:lnTo>
                <a:lnTo>
                  <a:pt x="1835" y="404"/>
                </a:lnTo>
                <a:lnTo>
                  <a:pt x="1835" y="405"/>
                </a:lnTo>
                <a:lnTo>
                  <a:pt x="1833" y="411"/>
                </a:lnTo>
                <a:lnTo>
                  <a:pt x="1833" y="412"/>
                </a:lnTo>
                <a:lnTo>
                  <a:pt x="1830" y="418"/>
                </a:lnTo>
                <a:lnTo>
                  <a:pt x="1830" y="418"/>
                </a:lnTo>
                <a:lnTo>
                  <a:pt x="1827" y="424"/>
                </a:lnTo>
                <a:lnTo>
                  <a:pt x="1827" y="424"/>
                </a:lnTo>
                <a:lnTo>
                  <a:pt x="1823" y="430"/>
                </a:lnTo>
                <a:lnTo>
                  <a:pt x="1822" y="430"/>
                </a:lnTo>
                <a:lnTo>
                  <a:pt x="1818" y="436"/>
                </a:lnTo>
                <a:lnTo>
                  <a:pt x="1818" y="436"/>
                </a:lnTo>
                <a:lnTo>
                  <a:pt x="1813" y="441"/>
                </a:lnTo>
                <a:lnTo>
                  <a:pt x="1813" y="441"/>
                </a:lnTo>
                <a:lnTo>
                  <a:pt x="1807" y="446"/>
                </a:lnTo>
                <a:lnTo>
                  <a:pt x="1807" y="446"/>
                </a:lnTo>
                <a:lnTo>
                  <a:pt x="1801" y="451"/>
                </a:lnTo>
                <a:lnTo>
                  <a:pt x="1800" y="451"/>
                </a:lnTo>
                <a:lnTo>
                  <a:pt x="1794" y="455"/>
                </a:lnTo>
                <a:lnTo>
                  <a:pt x="1793" y="455"/>
                </a:lnTo>
                <a:lnTo>
                  <a:pt x="1785" y="458"/>
                </a:lnTo>
                <a:lnTo>
                  <a:pt x="1785" y="458"/>
                </a:lnTo>
                <a:lnTo>
                  <a:pt x="1777" y="461"/>
                </a:lnTo>
                <a:lnTo>
                  <a:pt x="1776" y="461"/>
                </a:lnTo>
                <a:lnTo>
                  <a:pt x="1768" y="463"/>
                </a:lnTo>
                <a:lnTo>
                  <a:pt x="1767" y="463"/>
                </a:lnTo>
                <a:lnTo>
                  <a:pt x="1758" y="465"/>
                </a:lnTo>
                <a:lnTo>
                  <a:pt x="1757" y="465"/>
                </a:lnTo>
                <a:lnTo>
                  <a:pt x="1747" y="466"/>
                </a:lnTo>
                <a:lnTo>
                  <a:pt x="1747" y="466"/>
                </a:lnTo>
                <a:lnTo>
                  <a:pt x="1736" y="466"/>
                </a:lnTo>
                <a:lnTo>
                  <a:pt x="1735" y="466"/>
                </a:lnTo>
                <a:lnTo>
                  <a:pt x="1725" y="466"/>
                </a:lnTo>
                <a:lnTo>
                  <a:pt x="1725" y="466"/>
                </a:lnTo>
                <a:lnTo>
                  <a:pt x="1714" y="465"/>
                </a:lnTo>
                <a:lnTo>
                  <a:pt x="1714" y="465"/>
                </a:lnTo>
                <a:lnTo>
                  <a:pt x="1704" y="463"/>
                </a:lnTo>
                <a:lnTo>
                  <a:pt x="1704" y="463"/>
                </a:lnTo>
                <a:lnTo>
                  <a:pt x="1695" y="461"/>
                </a:lnTo>
                <a:lnTo>
                  <a:pt x="1695" y="461"/>
                </a:lnTo>
                <a:lnTo>
                  <a:pt x="1686" y="458"/>
                </a:lnTo>
                <a:lnTo>
                  <a:pt x="1686" y="458"/>
                </a:lnTo>
                <a:lnTo>
                  <a:pt x="1678" y="455"/>
                </a:lnTo>
                <a:lnTo>
                  <a:pt x="1677" y="455"/>
                </a:lnTo>
                <a:lnTo>
                  <a:pt x="1670" y="451"/>
                </a:lnTo>
                <a:lnTo>
                  <a:pt x="1670" y="450"/>
                </a:lnTo>
                <a:lnTo>
                  <a:pt x="1663" y="446"/>
                </a:lnTo>
                <a:lnTo>
                  <a:pt x="1663" y="445"/>
                </a:lnTo>
                <a:lnTo>
                  <a:pt x="1657" y="440"/>
                </a:lnTo>
                <a:lnTo>
                  <a:pt x="1656" y="440"/>
                </a:lnTo>
                <a:lnTo>
                  <a:pt x="1651" y="434"/>
                </a:lnTo>
                <a:lnTo>
                  <a:pt x="1650" y="434"/>
                </a:lnTo>
                <a:lnTo>
                  <a:pt x="1645" y="428"/>
                </a:lnTo>
                <a:lnTo>
                  <a:pt x="1645" y="428"/>
                </a:lnTo>
                <a:lnTo>
                  <a:pt x="1641" y="421"/>
                </a:lnTo>
                <a:lnTo>
                  <a:pt x="1641" y="421"/>
                </a:lnTo>
                <a:lnTo>
                  <a:pt x="1637" y="414"/>
                </a:lnTo>
                <a:lnTo>
                  <a:pt x="1636" y="414"/>
                </a:lnTo>
                <a:lnTo>
                  <a:pt x="1633" y="407"/>
                </a:lnTo>
                <a:lnTo>
                  <a:pt x="1633" y="406"/>
                </a:lnTo>
                <a:lnTo>
                  <a:pt x="1631" y="399"/>
                </a:lnTo>
                <a:lnTo>
                  <a:pt x="1630" y="398"/>
                </a:lnTo>
                <a:lnTo>
                  <a:pt x="1629" y="390"/>
                </a:lnTo>
                <a:lnTo>
                  <a:pt x="1628" y="390"/>
                </a:lnTo>
                <a:lnTo>
                  <a:pt x="1627" y="377"/>
                </a:lnTo>
                <a:lnTo>
                  <a:pt x="1627" y="376"/>
                </a:lnTo>
                <a:lnTo>
                  <a:pt x="1626" y="357"/>
                </a:lnTo>
                <a:lnTo>
                  <a:pt x="1626" y="357"/>
                </a:lnTo>
                <a:lnTo>
                  <a:pt x="1625" y="332"/>
                </a:lnTo>
                <a:lnTo>
                  <a:pt x="1625" y="332"/>
                </a:lnTo>
                <a:lnTo>
                  <a:pt x="1624" y="301"/>
                </a:lnTo>
                <a:lnTo>
                  <a:pt x="1624" y="16"/>
                </a:lnTo>
                <a:lnTo>
                  <a:pt x="1630" y="22"/>
                </a:lnTo>
                <a:lnTo>
                  <a:pt x="1524" y="22"/>
                </a:lnTo>
                <a:close/>
                <a:moveTo>
                  <a:pt x="2079" y="16"/>
                </a:moveTo>
                <a:lnTo>
                  <a:pt x="2079" y="14"/>
                </a:lnTo>
                <a:lnTo>
                  <a:pt x="2080" y="12"/>
                </a:lnTo>
                <a:lnTo>
                  <a:pt x="2081" y="11"/>
                </a:lnTo>
                <a:lnTo>
                  <a:pt x="2082" y="10"/>
                </a:lnTo>
                <a:lnTo>
                  <a:pt x="2084" y="10"/>
                </a:lnTo>
                <a:lnTo>
                  <a:pt x="2307" y="10"/>
                </a:lnTo>
                <a:lnTo>
                  <a:pt x="2328" y="10"/>
                </a:lnTo>
                <a:lnTo>
                  <a:pt x="2328" y="10"/>
                </a:lnTo>
                <a:lnTo>
                  <a:pt x="2347" y="11"/>
                </a:lnTo>
                <a:lnTo>
                  <a:pt x="2347" y="11"/>
                </a:lnTo>
                <a:lnTo>
                  <a:pt x="2364" y="12"/>
                </a:lnTo>
                <a:lnTo>
                  <a:pt x="2365" y="12"/>
                </a:lnTo>
                <a:lnTo>
                  <a:pt x="2381" y="13"/>
                </a:lnTo>
                <a:lnTo>
                  <a:pt x="2381" y="13"/>
                </a:lnTo>
                <a:lnTo>
                  <a:pt x="2395" y="15"/>
                </a:lnTo>
                <a:lnTo>
                  <a:pt x="2396" y="15"/>
                </a:lnTo>
                <a:lnTo>
                  <a:pt x="2409" y="18"/>
                </a:lnTo>
                <a:lnTo>
                  <a:pt x="2409" y="18"/>
                </a:lnTo>
                <a:lnTo>
                  <a:pt x="2421" y="20"/>
                </a:lnTo>
                <a:lnTo>
                  <a:pt x="2421" y="21"/>
                </a:lnTo>
                <a:lnTo>
                  <a:pt x="2431" y="24"/>
                </a:lnTo>
                <a:lnTo>
                  <a:pt x="2432" y="24"/>
                </a:lnTo>
                <a:lnTo>
                  <a:pt x="2441" y="28"/>
                </a:lnTo>
                <a:lnTo>
                  <a:pt x="2442" y="28"/>
                </a:lnTo>
                <a:lnTo>
                  <a:pt x="2450" y="33"/>
                </a:lnTo>
                <a:lnTo>
                  <a:pt x="2451" y="33"/>
                </a:lnTo>
                <a:lnTo>
                  <a:pt x="2459" y="38"/>
                </a:lnTo>
                <a:lnTo>
                  <a:pt x="2460" y="39"/>
                </a:lnTo>
                <a:lnTo>
                  <a:pt x="2468" y="45"/>
                </a:lnTo>
                <a:lnTo>
                  <a:pt x="2468" y="45"/>
                </a:lnTo>
                <a:lnTo>
                  <a:pt x="2475" y="52"/>
                </a:lnTo>
                <a:lnTo>
                  <a:pt x="2476" y="52"/>
                </a:lnTo>
                <a:lnTo>
                  <a:pt x="2482" y="59"/>
                </a:lnTo>
                <a:lnTo>
                  <a:pt x="2483" y="60"/>
                </a:lnTo>
                <a:lnTo>
                  <a:pt x="2489" y="68"/>
                </a:lnTo>
                <a:lnTo>
                  <a:pt x="2490" y="68"/>
                </a:lnTo>
                <a:lnTo>
                  <a:pt x="2496" y="77"/>
                </a:lnTo>
                <a:lnTo>
                  <a:pt x="2496" y="77"/>
                </a:lnTo>
                <a:lnTo>
                  <a:pt x="2501" y="86"/>
                </a:lnTo>
                <a:lnTo>
                  <a:pt x="2501" y="87"/>
                </a:lnTo>
                <a:lnTo>
                  <a:pt x="2506" y="96"/>
                </a:lnTo>
                <a:lnTo>
                  <a:pt x="2506" y="97"/>
                </a:lnTo>
                <a:lnTo>
                  <a:pt x="2510" y="107"/>
                </a:lnTo>
                <a:lnTo>
                  <a:pt x="2510" y="107"/>
                </a:lnTo>
                <a:lnTo>
                  <a:pt x="2513" y="117"/>
                </a:lnTo>
                <a:lnTo>
                  <a:pt x="2514" y="118"/>
                </a:lnTo>
                <a:lnTo>
                  <a:pt x="2516" y="128"/>
                </a:lnTo>
                <a:lnTo>
                  <a:pt x="2516" y="129"/>
                </a:lnTo>
                <a:lnTo>
                  <a:pt x="2518" y="139"/>
                </a:lnTo>
                <a:lnTo>
                  <a:pt x="2518" y="140"/>
                </a:lnTo>
                <a:lnTo>
                  <a:pt x="2519" y="151"/>
                </a:lnTo>
                <a:lnTo>
                  <a:pt x="2519" y="151"/>
                </a:lnTo>
                <a:lnTo>
                  <a:pt x="2519" y="163"/>
                </a:lnTo>
                <a:lnTo>
                  <a:pt x="2519" y="163"/>
                </a:lnTo>
                <a:lnTo>
                  <a:pt x="2519" y="178"/>
                </a:lnTo>
                <a:lnTo>
                  <a:pt x="2519" y="178"/>
                </a:lnTo>
                <a:lnTo>
                  <a:pt x="2517" y="192"/>
                </a:lnTo>
                <a:lnTo>
                  <a:pt x="2517" y="192"/>
                </a:lnTo>
                <a:lnTo>
                  <a:pt x="2514" y="205"/>
                </a:lnTo>
                <a:lnTo>
                  <a:pt x="2514" y="206"/>
                </a:lnTo>
                <a:lnTo>
                  <a:pt x="2510" y="219"/>
                </a:lnTo>
                <a:lnTo>
                  <a:pt x="2510" y="219"/>
                </a:lnTo>
                <a:lnTo>
                  <a:pt x="2505" y="231"/>
                </a:lnTo>
                <a:lnTo>
                  <a:pt x="2505" y="231"/>
                </a:lnTo>
                <a:lnTo>
                  <a:pt x="2499" y="243"/>
                </a:lnTo>
                <a:lnTo>
                  <a:pt x="2499" y="243"/>
                </a:lnTo>
                <a:lnTo>
                  <a:pt x="2492" y="254"/>
                </a:lnTo>
                <a:lnTo>
                  <a:pt x="2492" y="254"/>
                </a:lnTo>
                <a:lnTo>
                  <a:pt x="2483" y="264"/>
                </a:lnTo>
                <a:lnTo>
                  <a:pt x="2483" y="264"/>
                </a:lnTo>
                <a:lnTo>
                  <a:pt x="2474" y="274"/>
                </a:lnTo>
                <a:lnTo>
                  <a:pt x="2473" y="274"/>
                </a:lnTo>
                <a:lnTo>
                  <a:pt x="2463" y="282"/>
                </a:lnTo>
                <a:lnTo>
                  <a:pt x="2463" y="283"/>
                </a:lnTo>
                <a:lnTo>
                  <a:pt x="2451" y="290"/>
                </a:lnTo>
                <a:lnTo>
                  <a:pt x="2451" y="290"/>
                </a:lnTo>
                <a:lnTo>
                  <a:pt x="2438" y="297"/>
                </a:lnTo>
                <a:lnTo>
                  <a:pt x="2438" y="297"/>
                </a:lnTo>
                <a:lnTo>
                  <a:pt x="2425" y="302"/>
                </a:lnTo>
                <a:lnTo>
                  <a:pt x="2424" y="303"/>
                </a:lnTo>
                <a:lnTo>
                  <a:pt x="2410" y="307"/>
                </a:lnTo>
                <a:lnTo>
                  <a:pt x="2409" y="308"/>
                </a:lnTo>
                <a:lnTo>
                  <a:pt x="2394" y="311"/>
                </a:lnTo>
                <a:lnTo>
                  <a:pt x="2393" y="312"/>
                </a:lnTo>
                <a:lnTo>
                  <a:pt x="2377" y="315"/>
                </a:lnTo>
                <a:lnTo>
                  <a:pt x="2379" y="304"/>
                </a:lnTo>
                <a:lnTo>
                  <a:pt x="2395" y="314"/>
                </a:lnTo>
                <a:lnTo>
                  <a:pt x="2395" y="315"/>
                </a:lnTo>
                <a:lnTo>
                  <a:pt x="2410" y="325"/>
                </a:lnTo>
                <a:lnTo>
                  <a:pt x="2410" y="326"/>
                </a:lnTo>
                <a:lnTo>
                  <a:pt x="2424" y="337"/>
                </a:lnTo>
                <a:lnTo>
                  <a:pt x="2424" y="337"/>
                </a:lnTo>
                <a:lnTo>
                  <a:pt x="2436" y="349"/>
                </a:lnTo>
                <a:lnTo>
                  <a:pt x="2436" y="350"/>
                </a:lnTo>
                <a:lnTo>
                  <a:pt x="2448" y="364"/>
                </a:lnTo>
                <a:lnTo>
                  <a:pt x="2449" y="364"/>
                </a:lnTo>
                <a:lnTo>
                  <a:pt x="2463" y="383"/>
                </a:lnTo>
                <a:lnTo>
                  <a:pt x="2463" y="383"/>
                </a:lnTo>
                <a:lnTo>
                  <a:pt x="2479" y="407"/>
                </a:lnTo>
                <a:lnTo>
                  <a:pt x="2479" y="407"/>
                </a:lnTo>
                <a:lnTo>
                  <a:pt x="2497" y="436"/>
                </a:lnTo>
                <a:lnTo>
                  <a:pt x="2561" y="538"/>
                </a:lnTo>
                <a:lnTo>
                  <a:pt x="2562" y="540"/>
                </a:lnTo>
                <a:lnTo>
                  <a:pt x="2562" y="542"/>
                </a:lnTo>
                <a:lnTo>
                  <a:pt x="2561" y="544"/>
                </a:lnTo>
                <a:lnTo>
                  <a:pt x="2560" y="546"/>
                </a:lnTo>
                <a:lnTo>
                  <a:pt x="2558" y="547"/>
                </a:lnTo>
                <a:lnTo>
                  <a:pt x="2556" y="547"/>
                </a:lnTo>
                <a:lnTo>
                  <a:pt x="2429" y="547"/>
                </a:lnTo>
                <a:lnTo>
                  <a:pt x="2428" y="547"/>
                </a:lnTo>
                <a:lnTo>
                  <a:pt x="2426" y="546"/>
                </a:lnTo>
                <a:lnTo>
                  <a:pt x="2425" y="544"/>
                </a:lnTo>
                <a:lnTo>
                  <a:pt x="2349" y="430"/>
                </a:lnTo>
                <a:lnTo>
                  <a:pt x="2330" y="402"/>
                </a:lnTo>
                <a:lnTo>
                  <a:pt x="2330" y="402"/>
                </a:lnTo>
                <a:lnTo>
                  <a:pt x="2314" y="380"/>
                </a:lnTo>
                <a:lnTo>
                  <a:pt x="2314" y="380"/>
                </a:lnTo>
                <a:lnTo>
                  <a:pt x="2302" y="364"/>
                </a:lnTo>
                <a:lnTo>
                  <a:pt x="2302" y="364"/>
                </a:lnTo>
                <a:lnTo>
                  <a:pt x="2293" y="353"/>
                </a:lnTo>
                <a:lnTo>
                  <a:pt x="2293" y="354"/>
                </a:lnTo>
                <a:lnTo>
                  <a:pt x="2286" y="346"/>
                </a:lnTo>
                <a:lnTo>
                  <a:pt x="2286" y="347"/>
                </a:lnTo>
                <a:lnTo>
                  <a:pt x="2278" y="341"/>
                </a:lnTo>
                <a:lnTo>
                  <a:pt x="2279" y="341"/>
                </a:lnTo>
                <a:lnTo>
                  <a:pt x="2271" y="336"/>
                </a:lnTo>
                <a:lnTo>
                  <a:pt x="2271" y="337"/>
                </a:lnTo>
                <a:lnTo>
                  <a:pt x="2263" y="333"/>
                </a:lnTo>
                <a:lnTo>
                  <a:pt x="2264" y="333"/>
                </a:lnTo>
                <a:lnTo>
                  <a:pt x="2254" y="331"/>
                </a:lnTo>
                <a:lnTo>
                  <a:pt x="2254" y="331"/>
                </a:lnTo>
                <a:lnTo>
                  <a:pt x="2242" y="329"/>
                </a:lnTo>
                <a:lnTo>
                  <a:pt x="2243" y="329"/>
                </a:lnTo>
                <a:lnTo>
                  <a:pt x="2228" y="328"/>
                </a:lnTo>
                <a:lnTo>
                  <a:pt x="2228" y="328"/>
                </a:lnTo>
                <a:lnTo>
                  <a:pt x="2211" y="328"/>
                </a:lnTo>
                <a:lnTo>
                  <a:pt x="2212" y="328"/>
                </a:lnTo>
                <a:lnTo>
                  <a:pt x="2190" y="328"/>
                </a:lnTo>
                <a:lnTo>
                  <a:pt x="2196" y="322"/>
                </a:lnTo>
                <a:lnTo>
                  <a:pt x="2196" y="541"/>
                </a:lnTo>
                <a:lnTo>
                  <a:pt x="2195" y="543"/>
                </a:lnTo>
                <a:lnTo>
                  <a:pt x="2195" y="545"/>
                </a:lnTo>
                <a:lnTo>
                  <a:pt x="2193" y="546"/>
                </a:lnTo>
                <a:lnTo>
                  <a:pt x="2192" y="547"/>
                </a:lnTo>
                <a:lnTo>
                  <a:pt x="2190" y="547"/>
                </a:lnTo>
                <a:lnTo>
                  <a:pt x="2084" y="547"/>
                </a:lnTo>
                <a:lnTo>
                  <a:pt x="2082" y="547"/>
                </a:lnTo>
                <a:lnTo>
                  <a:pt x="2080" y="546"/>
                </a:lnTo>
                <a:lnTo>
                  <a:pt x="2079" y="545"/>
                </a:lnTo>
                <a:lnTo>
                  <a:pt x="2078" y="543"/>
                </a:lnTo>
                <a:lnTo>
                  <a:pt x="2078" y="541"/>
                </a:lnTo>
                <a:lnTo>
                  <a:pt x="2078" y="16"/>
                </a:lnTo>
                <a:lnTo>
                  <a:pt x="2079" y="16"/>
                </a:lnTo>
                <a:close/>
                <a:moveTo>
                  <a:pt x="2090" y="541"/>
                </a:moveTo>
                <a:lnTo>
                  <a:pt x="2084" y="535"/>
                </a:lnTo>
                <a:lnTo>
                  <a:pt x="2191" y="535"/>
                </a:lnTo>
                <a:lnTo>
                  <a:pt x="2185" y="541"/>
                </a:lnTo>
                <a:lnTo>
                  <a:pt x="2185" y="322"/>
                </a:lnTo>
                <a:lnTo>
                  <a:pt x="2185" y="320"/>
                </a:lnTo>
                <a:lnTo>
                  <a:pt x="2186" y="318"/>
                </a:lnTo>
                <a:lnTo>
                  <a:pt x="2187" y="317"/>
                </a:lnTo>
                <a:lnTo>
                  <a:pt x="2189" y="316"/>
                </a:lnTo>
                <a:lnTo>
                  <a:pt x="2191" y="316"/>
                </a:lnTo>
                <a:lnTo>
                  <a:pt x="2212" y="316"/>
                </a:lnTo>
                <a:lnTo>
                  <a:pt x="2212" y="316"/>
                </a:lnTo>
                <a:lnTo>
                  <a:pt x="2229" y="316"/>
                </a:lnTo>
                <a:lnTo>
                  <a:pt x="2230" y="316"/>
                </a:lnTo>
                <a:lnTo>
                  <a:pt x="2244" y="317"/>
                </a:lnTo>
                <a:lnTo>
                  <a:pt x="2245" y="317"/>
                </a:lnTo>
                <a:lnTo>
                  <a:pt x="2257" y="319"/>
                </a:lnTo>
                <a:lnTo>
                  <a:pt x="2257" y="319"/>
                </a:lnTo>
                <a:lnTo>
                  <a:pt x="2267" y="322"/>
                </a:lnTo>
                <a:lnTo>
                  <a:pt x="2268" y="322"/>
                </a:lnTo>
                <a:lnTo>
                  <a:pt x="2276" y="326"/>
                </a:lnTo>
                <a:lnTo>
                  <a:pt x="2277" y="326"/>
                </a:lnTo>
                <a:lnTo>
                  <a:pt x="2285" y="331"/>
                </a:lnTo>
                <a:lnTo>
                  <a:pt x="2286" y="331"/>
                </a:lnTo>
                <a:lnTo>
                  <a:pt x="2294" y="337"/>
                </a:lnTo>
                <a:lnTo>
                  <a:pt x="2294" y="338"/>
                </a:lnTo>
                <a:lnTo>
                  <a:pt x="2302" y="345"/>
                </a:lnTo>
                <a:lnTo>
                  <a:pt x="2302" y="346"/>
                </a:lnTo>
                <a:lnTo>
                  <a:pt x="2311" y="356"/>
                </a:lnTo>
                <a:lnTo>
                  <a:pt x="2311" y="357"/>
                </a:lnTo>
                <a:lnTo>
                  <a:pt x="2324" y="373"/>
                </a:lnTo>
                <a:lnTo>
                  <a:pt x="2324" y="373"/>
                </a:lnTo>
                <a:lnTo>
                  <a:pt x="2340" y="396"/>
                </a:lnTo>
                <a:lnTo>
                  <a:pt x="2340" y="396"/>
                </a:lnTo>
                <a:lnTo>
                  <a:pt x="2358" y="423"/>
                </a:lnTo>
                <a:lnTo>
                  <a:pt x="2435" y="538"/>
                </a:lnTo>
                <a:lnTo>
                  <a:pt x="2430" y="536"/>
                </a:lnTo>
                <a:lnTo>
                  <a:pt x="2557" y="536"/>
                </a:lnTo>
                <a:lnTo>
                  <a:pt x="2552" y="544"/>
                </a:lnTo>
                <a:lnTo>
                  <a:pt x="2488" y="442"/>
                </a:lnTo>
                <a:lnTo>
                  <a:pt x="2470" y="414"/>
                </a:lnTo>
                <a:lnTo>
                  <a:pt x="2470" y="414"/>
                </a:lnTo>
                <a:lnTo>
                  <a:pt x="2454" y="390"/>
                </a:lnTo>
                <a:lnTo>
                  <a:pt x="2454" y="390"/>
                </a:lnTo>
                <a:lnTo>
                  <a:pt x="2440" y="371"/>
                </a:lnTo>
                <a:lnTo>
                  <a:pt x="2440" y="371"/>
                </a:lnTo>
                <a:lnTo>
                  <a:pt x="2428" y="357"/>
                </a:lnTo>
                <a:lnTo>
                  <a:pt x="2428" y="357"/>
                </a:lnTo>
                <a:lnTo>
                  <a:pt x="2416" y="345"/>
                </a:lnTo>
                <a:lnTo>
                  <a:pt x="2417" y="346"/>
                </a:lnTo>
                <a:lnTo>
                  <a:pt x="2403" y="334"/>
                </a:lnTo>
                <a:lnTo>
                  <a:pt x="2404" y="335"/>
                </a:lnTo>
                <a:lnTo>
                  <a:pt x="2389" y="324"/>
                </a:lnTo>
                <a:lnTo>
                  <a:pt x="2389" y="324"/>
                </a:lnTo>
                <a:lnTo>
                  <a:pt x="2373" y="314"/>
                </a:lnTo>
                <a:lnTo>
                  <a:pt x="2371" y="312"/>
                </a:lnTo>
                <a:lnTo>
                  <a:pt x="2370" y="311"/>
                </a:lnTo>
                <a:lnTo>
                  <a:pt x="2370" y="309"/>
                </a:lnTo>
                <a:lnTo>
                  <a:pt x="2371" y="307"/>
                </a:lnTo>
                <a:lnTo>
                  <a:pt x="2372" y="305"/>
                </a:lnTo>
                <a:lnTo>
                  <a:pt x="2373" y="304"/>
                </a:lnTo>
                <a:lnTo>
                  <a:pt x="2375" y="303"/>
                </a:lnTo>
                <a:lnTo>
                  <a:pt x="2392" y="300"/>
                </a:lnTo>
                <a:lnTo>
                  <a:pt x="2391" y="300"/>
                </a:lnTo>
                <a:lnTo>
                  <a:pt x="2407" y="296"/>
                </a:lnTo>
                <a:lnTo>
                  <a:pt x="2406" y="297"/>
                </a:lnTo>
                <a:lnTo>
                  <a:pt x="2421" y="292"/>
                </a:lnTo>
                <a:lnTo>
                  <a:pt x="2421" y="292"/>
                </a:lnTo>
                <a:lnTo>
                  <a:pt x="2434" y="286"/>
                </a:lnTo>
                <a:lnTo>
                  <a:pt x="2434" y="286"/>
                </a:lnTo>
                <a:lnTo>
                  <a:pt x="2446" y="280"/>
                </a:lnTo>
                <a:lnTo>
                  <a:pt x="2446" y="280"/>
                </a:lnTo>
                <a:lnTo>
                  <a:pt x="2457" y="273"/>
                </a:lnTo>
                <a:lnTo>
                  <a:pt x="2456" y="273"/>
                </a:lnTo>
                <a:lnTo>
                  <a:pt x="2467" y="265"/>
                </a:lnTo>
                <a:lnTo>
                  <a:pt x="2466" y="265"/>
                </a:lnTo>
                <a:lnTo>
                  <a:pt x="2475" y="256"/>
                </a:lnTo>
                <a:lnTo>
                  <a:pt x="2475" y="257"/>
                </a:lnTo>
                <a:lnTo>
                  <a:pt x="2483" y="247"/>
                </a:lnTo>
                <a:lnTo>
                  <a:pt x="2483" y="247"/>
                </a:lnTo>
                <a:lnTo>
                  <a:pt x="2490" y="237"/>
                </a:lnTo>
                <a:lnTo>
                  <a:pt x="2489" y="237"/>
                </a:lnTo>
                <a:lnTo>
                  <a:pt x="2495" y="226"/>
                </a:lnTo>
                <a:lnTo>
                  <a:pt x="2495" y="226"/>
                </a:lnTo>
                <a:lnTo>
                  <a:pt x="2500" y="214"/>
                </a:lnTo>
                <a:lnTo>
                  <a:pt x="2500" y="215"/>
                </a:lnTo>
                <a:lnTo>
                  <a:pt x="2504" y="202"/>
                </a:lnTo>
                <a:lnTo>
                  <a:pt x="2503" y="203"/>
                </a:lnTo>
                <a:lnTo>
                  <a:pt x="2506" y="190"/>
                </a:lnTo>
                <a:lnTo>
                  <a:pt x="2506" y="190"/>
                </a:lnTo>
                <a:lnTo>
                  <a:pt x="2508" y="176"/>
                </a:lnTo>
                <a:lnTo>
                  <a:pt x="2508" y="177"/>
                </a:lnTo>
                <a:lnTo>
                  <a:pt x="2508" y="162"/>
                </a:lnTo>
                <a:lnTo>
                  <a:pt x="2508" y="163"/>
                </a:lnTo>
                <a:lnTo>
                  <a:pt x="2508" y="151"/>
                </a:lnTo>
                <a:lnTo>
                  <a:pt x="2508" y="152"/>
                </a:lnTo>
                <a:lnTo>
                  <a:pt x="2507" y="140"/>
                </a:lnTo>
                <a:lnTo>
                  <a:pt x="2507" y="141"/>
                </a:lnTo>
                <a:lnTo>
                  <a:pt x="2505" y="130"/>
                </a:lnTo>
                <a:lnTo>
                  <a:pt x="2505" y="131"/>
                </a:lnTo>
                <a:lnTo>
                  <a:pt x="2503" y="120"/>
                </a:lnTo>
                <a:lnTo>
                  <a:pt x="2503" y="120"/>
                </a:lnTo>
                <a:lnTo>
                  <a:pt x="2499" y="110"/>
                </a:lnTo>
                <a:lnTo>
                  <a:pt x="2500" y="111"/>
                </a:lnTo>
                <a:lnTo>
                  <a:pt x="2496" y="101"/>
                </a:lnTo>
                <a:lnTo>
                  <a:pt x="2496" y="101"/>
                </a:lnTo>
                <a:lnTo>
                  <a:pt x="2491" y="92"/>
                </a:lnTo>
                <a:lnTo>
                  <a:pt x="2491" y="92"/>
                </a:lnTo>
                <a:lnTo>
                  <a:pt x="2486" y="83"/>
                </a:lnTo>
                <a:lnTo>
                  <a:pt x="2486" y="83"/>
                </a:lnTo>
                <a:lnTo>
                  <a:pt x="2480" y="74"/>
                </a:lnTo>
                <a:lnTo>
                  <a:pt x="2480" y="75"/>
                </a:lnTo>
                <a:lnTo>
                  <a:pt x="2474" y="67"/>
                </a:lnTo>
                <a:lnTo>
                  <a:pt x="2474" y="67"/>
                </a:lnTo>
                <a:lnTo>
                  <a:pt x="2467" y="60"/>
                </a:lnTo>
                <a:lnTo>
                  <a:pt x="2468" y="60"/>
                </a:lnTo>
                <a:lnTo>
                  <a:pt x="2460" y="53"/>
                </a:lnTo>
                <a:lnTo>
                  <a:pt x="2461" y="54"/>
                </a:lnTo>
                <a:lnTo>
                  <a:pt x="2453" y="48"/>
                </a:lnTo>
                <a:lnTo>
                  <a:pt x="2453" y="48"/>
                </a:lnTo>
                <a:lnTo>
                  <a:pt x="2445" y="43"/>
                </a:lnTo>
                <a:lnTo>
                  <a:pt x="2445" y="43"/>
                </a:lnTo>
                <a:lnTo>
                  <a:pt x="2436" y="39"/>
                </a:lnTo>
                <a:lnTo>
                  <a:pt x="2437" y="39"/>
                </a:lnTo>
                <a:lnTo>
                  <a:pt x="2428" y="35"/>
                </a:lnTo>
                <a:lnTo>
                  <a:pt x="2428" y="35"/>
                </a:lnTo>
                <a:lnTo>
                  <a:pt x="2418" y="32"/>
                </a:lnTo>
                <a:lnTo>
                  <a:pt x="2418" y="32"/>
                </a:lnTo>
                <a:lnTo>
                  <a:pt x="2407" y="29"/>
                </a:lnTo>
                <a:lnTo>
                  <a:pt x="2407" y="29"/>
                </a:lnTo>
                <a:lnTo>
                  <a:pt x="2394" y="27"/>
                </a:lnTo>
                <a:lnTo>
                  <a:pt x="2394" y="27"/>
                </a:lnTo>
                <a:lnTo>
                  <a:pt x="2379" y="25"/>
                </a:lnTo>
                <a:lnTo>
                  <a:pt x="2380" y="25"/>
                </a:lnTo>
                <a:lnTo>
                  <a:pt x="2364" y="23"/>
                </a:lnTo>
                <a:lnTo>
                  <a:pt x="2364" y="23"/>
                </a:lnTo>
                <a:lnTo>
                  <a:pt x="2346" y="22"/>
                </a:lnTo>
                <a:lnTo>
                  <a:pt x="2346" y="22"/>
                </a:lnTo>
                <a:lnTo>
                  <a:pt x="2328" y="22"/>
                </a:lnTo>
                <a:lnTo>
                  <a:pt x="2328" y="22"/>
                </a:lnTo>
                <a:lnTo>
                  <a:pt x="2307" y="21"/>
                </a:lnTo>
                <a:lnTo>
                  <a:pt x="2084" y="21"/>
                </a:lnTo>
                <a:lnTo>
                  <a:pt x="2090" y="16"/>
                </a:lnTo>
                <a:lnTo>
                  <a:pt x="2090" y="541"/>
                </a:lnTo>
                <a:lnTo>
                  <a:pt x="2090" y="541"/>
                </a:lnTo>
                <a:close/>
                <a:moveTo>
                  <a:pt x="2269" y="232"/>
                </a:moveTo>
                <a:lnTo>
                  <a:pt x="2303" y="231"/>
                </a:lnTo>
                <a:lnTo>
                  <a:pt x="2303" y="231"/>
                </a:lnTo>
                <a:lnTo>
                  <a:pt x="2331" y="230"/>
                </a:lnTo>
                <a:lnTo>
                  <a:pt x="2330" y="230"/>
                </a:lnTo>
                <a:lnTo>
                  <a:pt x="2341" y="229"/>
                </a:lnTo>
                <a:lnTo>
                  <a:pt x="2341" y="229"/>
                </a:lnTo>
                <a:lnTo>
                  <a:pt x="2350" y="228"/>
                </a:lnTo>
                <a:lnTo>
                  <a:pt x="2350" y="228"/>
                </a:lnTo>
                <a:lnTo>
                  <a:pt x="2358" y="227"/>
                </a:lnTo>
                <a:lnTo>
                  <a:pt x="2357" y="227"/>
                </a:lnTo>
                <a:lnTo>
                  <a:pt x="2363" y="225"/>
                </a:lnTo>
                <a:lnTo>
                  <a:pt x="2362" y="226"/>
                </a:lnTo>
                <a:lnTo>
                  <a:pt x="2371" y="222"/>
                </a:lnTo>
                <a:lnTo>
                  <a:pt x="2370" y="222"/>
                </a:lnTo>
                <a:lnTo>
                  <a:pt x="2378" y="217"/>
                </a:lnTo>
                <a:lnTo>
                  <a:pt x="2377" y="218"/>
                </a:lnTo>
                <a:lnTo>
                  <a:pt x="2384" y="212"/>
                </a:lnTo>
                <a:lnTo>
                  <a:pt x="2384" y="213"/>
                </a:lnTo>
                <a:lnTo>
                  <a:pt x="2390" y="205"/>
                </a:lnTo>
                <a:lnTo>
                  <a:pt x="2389" y="206"/>
                </a:lnTo>
                <a:lnTo>
                  <a:pt x="2392" y="202"/>
                </a:lnTo>
                <a:lnTo>
                  <a:pt x="2391" y="202"/>
                </a:lnTo>
                <a:lnTo>
                  <a:pt x="2394" y="198"/>
                </a:lnTo>
                <a:lnTo>
                  <a:pt x="2394" y="198"/>
                </a:lnTo>
                <a:lnTo>
                  <a:pt x="2395" y="194"/>
                </a:lnTo>
                <a:lnTo>
                  <a:pt x="2395" y="194"/>
                </a:lnTo>
                <a:lnTo>
                  <a:pt x="2397" y="190"/>
                </a:lnTo>
                <a:lnTo>
                  <a:pt x="2397" y="190"/>
                </a:lnTo>
                <a:lnTo>
                  <a:pt x="2398" y="185"/>
                </a:lnTo>
                <a:lnTo>
                  <a:pt x="2398" y="185"/>
                </a:lnTo>
                <a:lnTo>
                  <a:pt x="2398" y="180"/>
                </a:lnTo>
                <a:lnTo>
                  <a:pt x="2398" y="180"/>
                </a:lnTo>
                <a:lnTo>
                  <a:pt x="2399" y="175"/>
                </a:lnTo>
                <a:lnTo>
                  <a:pt x="2399" y="175"/>
                </a:lnTo>
                <a:lnTo>
                  <a:pt x="2399" y="169"/>
                </a:lnTo>
                <a:lnTo>
                  <a:pt x="2399" y="170"/>
                </a:lnTo>
                <a:lnTo>
                  <a:pt x="2399" y="163"/>
                </a:lnTo>
                <a:lnTo>
                  <a:pt x="2399" y="164"/>
                </a:lnTo>
                <a:lnTo>
                  <a:pt x="2398" y="157"/>
                </a:lnTo>
                <a:lnTo>
                  <a:pt x="2398" y="158"/>
                </a:lnTo>
                <a:lnTo>
                  <a:pt x="2397" y="152"/>
                </a:lnTo>
                <a:lnTo>
                  <a:pt x="2397" y="152"/>
                </a:lnTo>
                <a:lnTo>
                  <a:pt x="2396" y="147"/>
                </a:lnTo>
                <a:lnTo>
                  <a:pt x="2396" y="147"/>
                </a:lnTo>
                <a:lnTo>
                  <a:pt x="2394" y="142"/>
                </a:lnTo>
                <a:lnTo>
                  <a:pt x="2394" y="143"/>
                </a:lnTo>
                <a:lnTo>
                  <a:pt x="2392" y="138"/>
                </a:lnTo>
                <a:lnTo>
                  <a:pt x="2392" y="138"/>
                </a:lnTo>
                <a:lnTo>
                  <a:pt x="2389" y="134"/>
                </a:lnTo>
                <a:lnTo>
                  <a:pt x="2389" y="134"/>
                </a:lnTo>
                <a:lnTo>
                  <a:pt x="2386" y="130"/>
                </a:lnTo>
                <a:lnTo>
                  <a:pt x="2386" y="130"/>
                </a:lnTo>
                <a:lnTo>
                  <a:pt x="2383" y="126"/>
                </a:lnTo>
                <a:lnTo>
                  <a:pt x="2383" y="127"/>
                </a:lnTo>
                <a:lnTo>
                  <a:pt x="2379" y="123"/>
                </a:lnTo>
                <a:lnTo>
                  <a:pt x="2379" y="124"/>
                </a:lnTo>
                <a:lnTo>
                  <a:pt x="2375" y="121"/>
                </a:lnTo>
                <a:lnTo>
                  <a:pt x="2375" y="121"/>
                </a:lnTo>
                <a:lnTo>
                  <a:pt x="2371" y="118"/>
                </a:lnTo>
                <a:lnTo>
                  <a:pt x="2371" y="119"/>
                </a:lnTo>
                <a:lnTo>
                  <a:pt x="2366" y="116"/>
                </a:lnTo>
                <a:lnTo>
                  <a:pt x="2366" y="116"/>
                </a:lnTo>
                <a:lnTo>
                  <a:pt x="2361" y="114"/>
                </a:lnTo>
                <a:lnTo>
                  <a:pt x="2361" y="114"/>
                </a:lnTo>
                <a:lnTo>
                  <a:pt x="2355" y="113"/>
                </a:lnTo>
                <a:lnTo>
                  <a:pt x="2356" y="113"/>
                </a:lnTo>
                <a:lnTo>
                  <a:pt x="2350" y="112"/>
                </a:lnTo>
                <a:lnTo>
                  <a:pt x="2350" y="112"/>
                </a:lnTo>
                <a:lnTo>
                  <a:pt x="2341" y="111"/>
                </a:lnTo>
                <a:lnTo>
                  <a:pt x="2341" y="111"/>
                </a:lnTo>
                <a:lnTo>
                  <a:pt x="2325" y="111"/>
                </a:lnTo>
                <a:lnTo>
                  <a:pt x="2325" y="111"/>
                </a:lnTo>
                <a:lnTo>
                  <a:pt x="2273" y="110"/>
                </a:lnTo>
                <a:lnTo>
                  <a:pt x="2191" y="110"/>
                </a:lnTo>
                <a:lnTo>
                  <a:pt x="2197" y="104"/>
                </a:lnTo>
                <a:lnTo>
                  <a:pt x="2197" y="238"/>
                </a:lnTo>
                <a:lnTo>
                  <a:pt x="2191" y="232"/>
                </a:lnTo>
                <a:lnTo>
                  <a:pt x="2269" y="232"/>
                </a:lnTo>
                <a:lnTo>
                  <a:pt x="2269" y="232"/>
                </a:lnTo>
                <a:close/>
                <a:moveTo>
                  <a:pt x="2190" y="243"/>
                </a:moveTo>
                <a:lnTo>
                  <a:pt x="2189" y="243"/>
                </a:lnTo>
                <a:lnTo>
                  <a:pt x="2187" y="242"/>
                </a:lnTo>
                <a:lnTo>
                  <a:pt x="2186" y="241"/>
                </a:lnTo>
                <a:lnTo>
                  <a:pt x="2185" y="239"/>
                </a:lnTo>
                <a:lnTo>
                  <a:pt x="2185" y="238"/>
                </a:lnTo>
                <a:lnTo>
                  <a:pt x="2185" y="104"/>
                </a:lnTo>
                <a:lnTo>
                  <a:pt x="2185" y="102"/>
                </a:lnTo>
                <a:lnTo>
                  <a:pt x="2186" y="101"/>
                </a:lnTo>
                <a:lnTo>
                  <a:pt x="2187" y="100"/>
                </a:lnTo>
                <a:lnTo>
                  <a:pt x="2189" y="99"/>
                </a:lnTo>
                <a:lnTo>
                  <a:pt x="2190" y="99"/>
                </a:lnTo>
                <a:lnTo>
                  <a:pt x="2273" y="99"/>
                </a:lnTo>
                <a:lnTo>
                  <a:pt x="2325" y="99"/>
                </a:lnTo>
                <a:lnTo>
                  <a:pt x="2325" y="99"/>
                </a:lnTo>
                <a:lnTo>
                  <a:pt x="2341" y="100"/>
                </a:lnTo>
                <a:lnTo>
                  <a:pt x="2341" y="100"/>
                </a:lnTo>
                <a:lnTo>
                  <a:pt x="2351" y="100"/>
                </a:lnTo>
                <a:lnTo>
                  <a:pt x="2351" y="101"/>
                </a:lnTo>
                <a:lnTo>
                  <a:pt x="2358" y="102"/>
                </a:lnTo>
                <a:lnTo>
                  <a:pt x="2358" y="102"/>
                </a:lnTo>
                <a:lnTo>
                  <a:pt x="2364" y="104"/>
                </a:lnTo>
                <a:lnTo>
                  <a:pt x="2364" y="104"/>
                </a:lnTo>
                <a:lnTo>
                  <a:pt x="2370" y="106"/>
                </a:lnTo>
                <a:lnTo>
                  <a:pt x="2370" y="106"/>
                </a:lnTo>
                <a:lnTo>
                  <a:pt x="2376" y="108"/>
                </a:lnTo>
                <a:lnTo>
                  <a:pt x="2376" y="108"/>
                </a:lnTo>
                <a:lnTo>
                  <a:pt x="2381" y="111"/>
                </a:lnTo>
                <a:lnTo>
                  <a:pt x="2381" y="111"/>
                </a:lnTo>
                <a:lnTo>
                  <a:pt x="2386" y="115"/>
                </a:lnTo>
                <a:lnTo>
                  <a:pt x="2386" y="115"/>
                </a:lnTo>
                <a:lnTo>
                  <a:pt x="2390" y="118"/>
                </a:lnTo>
                <a:lnTo>
                  <a:pt x="2391" y="119"/>
                </a:lnTo>
                <a:lnTo>
                  <a:pt x="2394" y="123"/>
                </a:lnTo>
                <a:lnTo>
                  <a:pt x="2395" y="123"/>
                </a:lnTo>
                <a:lnTo>
                  <a:pt x="2398" y="127"/>
                </a:lnTo>
                <a:lnTo>
                  <a:pt x="2398" y="128"/>
                </a:lnTo>
                <a:lnTo>
                  <a:pt x="2401" y="132"/>
                </a:lnTo>
                <a:lnTo>
                  <a:pt x="2401" y="133"/>
                </a:lnTo>
                <a:lnTo>
                  <a:pt x="2404" y="138"/>
                </a:lnTo>
                <a:lnTo>
                  <a:pt x="2404" y="138"/>
                </a:lnTo>
                <a:lnTo>
                  <a:pt x="2406" y="143"/>
                </a:lnTo>
                <a:lnTo>
                  <a:pt x="2406" y="144"/>
                </a:lnTo>
                <a:lnTo>
                  <a:pt x="2408" y="149"/>
                </a:lnTo>
                <a:lnTo>
                  <a:pt x="2408" y="150"/>
                </a:lnTo>
                <a:lnTo>
                  <a:pt x="2409" y="156"/>
                </a:lnTo>
                <a:lnTo>
                  <a:pt x="2409" y="156"/>
                </a:lnTo>
                <a:lnTo>
                  <a:pt x="2409" y="162"/>
                </a:lnTo>
                <a:lnTo>
                  <a:pt x="2409" y="163"/>
                </a:lnTo>
                <a:lnTo>
                  <a:pt x="2410" y="169"/>
                </a:lnTo>
                <a:lnTo>
                  <a:pt x="2410" y="169"/>
                </a:lnTo>
                <a:lnTo>
                  <a:pt x="2409" y="175"/>
                </a:lnTo>
                <a:lnTo>
                  <a:pt x="2409" y="176"/>
                </a:lnTo>
                <a:lnTo>
                  <a:pt x="2409" y="181"/>
                </a:lnTo>
                <a:lnTo>
                  <a:pt x="2409" y="182"/>
                </a:lnTo>
                <a:lnTo>
                  <a:pt x="2408" y="187"/>
                </a:lnTo>
                <a:lnTo>
                  <a:pt x="2408" y="187"/>
                </a:lnTo>
                <a:lnTo>
                  <a:pt x="2407" y="192"/>
                </a:lnTo>
                <a:lnTo>
                  <a:pt x="2407" y="193"/>
                </a:lnTo>
                <a:lnTo>
                  <a:pt x="2405" y="198"/>
                </a:lnTo>
                <a:lnTo>
                  <a:pt x="2405" y="198"/>
                </a:lnTo>
                <a:lnTo>
                  <a:pt x="2403" y="202"/>
                </a:lnTo>
                <a:lnTo>
                  <a:pt x="2403" y="203"/>
                </a:lnTo>
                <a:lnTo>
                  <a:pt x="2401" y="207"/>
                </a:lnTo>
                <a:lnTo>
                  <a:pt x="2400" y="208"/>
                </a:lnTo>
                <a:lnTo>
                  <a:pt x="2398" y="212"/>
                </a:lnTo>
                <a:lnTo>
                  <a:pt x="2397" y="212"/>
                </a:lnTo>
                <a:lnTo>
                  <a:pt x="2392" y="220"/>
                </a:lnTo>
                <a:lnTo>
                  <a:pt x="2391" y="220"/>
                </a:lnTo>
                <a:lnTo>
                  <a:pt x="2385" y="226"/>
                </a:lnTo>
                <a:lnTo>
                  <a:pt x="2384" y="227"/>
                </a:lnTo>
                <a:lnTo>
                  <a:pt x="2376" y="232"/>
                </a:lnTo>
                <a:lnTo>
                  <a:pt x="2375" y="232"/>
                </a:lnTo>
                <a:lnTo>
                  <a:pt x="2366" y="236"/>
                </a:lnTo>
                <a:lnTo>
                  <a:pt x="2365" y="237"/>
                </a:lnTo>
                <a:lnTo>
                  <a:pt x="2360" y="238"/>
                </a:lnTo>
                <a:lnTo>
                  <a:pt x="2359" y="238"/>
                </a:lnTo>
                <a:lnTo>
                  <a:pt x="2352" y="240"/>
                </a:lnTo>
                <a:lnTo>
                  <a:pt x="2352" y="240"/>
                </a:lnTo>
                <a:lnTo>
                  <a:pt x="2342" y="241"/>
                </a:lnTo>
                <a:lnTo>
                  <a:pt x="2342" y="241"/>
                </a:lnTo>
                <a:lnTo>
                  <a:pt x="2331" y="241"/>
                </a:lnTo>
                <a:lnTo>
                  <a:pt x="2331" y="241"/>
                </a:lnTo>
                <a:lnTo>
                  <a:pt x="2304" y="243"/>
                </a:lnTo>
                <a:lnTo>
                  <a:pt x="2304" y="243"/>
                </a:lnTo>
                <a:lnTo>
                  <a:pt x="2269" y="243"/>
                </a:lnTo>
                <a:lnTo>
                  <a:pt x="2190" y="243"/>
                </a:lnTo>
                <a:lnTo>
                  <a:pt x="2190" y="243"/>
                </a:lnTo>
                <a:close/>
                <a:moveTo>
                  <a:pt x="2639" y="16"/>
                </a:moveTo>
                <a:lnTo>
                  <a:pt x="2639" y="14"/>
                </a:lnTo>
                <a:lnTo>
                  <a:pt x="2640" y="12"/>
                </a:lnTo>
                <a:lnTo>
                  <a:pt x="2641" y="11"/>
                </a:lnTo>
                <a:lnTo>
                  <a:pt x="2643" y="10"/>
                </a:lnTo>
                <a:lnTo>
                  <a:pt x="2645" y="10"/>
                </a:lnTo>
                <a:lnTo>
                  <a:pt x="3034" y="10"/>
                </a:lnTo>
                <a:lnTo>
                  <a:pt x="3036" y="10"/>
                </a:lnTo>
                <a:lnTo>
                  <a:pt x="3038" y="11"/>
                </a:lnTo>
                <a:lnTo>
                  <a:pt x="3039" y="12"/>
                </a:lnTo>
                <a:lnTo>
                  <a:pt x="3040" y="14"/>
                </a:lnTo>
                <a:lnTo>
                  <a:pt x="3040" y="16"/>
                </a:lnTo>
                <a:lnTo>
                  <a:pt x="3040" y="104"/>
                </a:lnTo>
                <a:lnTo>
                  <a:pt x="3040" y="106"/>
                </a:lnTo>
                <a:lnTo>
                  <a:pt x="3039" y="108"/>
                </a:lnTo>
                <a:lnTo>
                  <a:pt x="3038" y="109"/>
                </a:lnTo>
                <a:lnTo>
                  <a:pt x="3036" y="110"/>
                </a:lnTo>
                <a:lnTo>
                  <a:pt x="3034" y="110"/>
                </a:lnTo>
                <a:lnTo>
                  <a:pt x="2751" y="110"/>
                </a:lnTo>
                <a:lnTo>
                  <a:pt x="2757" y="104"/>
                </a:lnTo>
                <a:lnTo>
                  <a:pt x="2757" y="221"/>
                </a:lnTo>
                <a:lnTo>
                  <a:pt x="2751" y="215"/>
                </a:lnTo>
                <a:lnTo>
                  <a:pt x="3015" y="215"/>
                </a:lnTo>
                <a:lnTo>
                  <a:pt x="3016" y="215"/>
                </a:lnTo>
                <a:lnTo>
                  <a:pt x="3018" y="216"/>
                </a:lnTo>
                <a:lnTo>
                  <a:pt x="3019" y="217"/>
                </a:lnTo>
                <a:lnTo>
                  <a:pt x="3020" y="219"/>
                </a:lnTo>
                <a:lnTo>
                  <a:pt x="3020" y="221"/>
                </a:lnTo>
                <a:lnTo>
                  <a:pt x="3020" y="310"/>
                </a:lnTo>
                <a:lnTo>
                  <a:pt x="3020" y="311"/>
                </a:lnTo>
                <a:lnTo>
                  <a:pt x="3019" y="313"/>
                </a:lnTo>
                <a:lnTo>
                  <a:pt x="3018" y="314"/>
                </a:lnTo>
                <a:lnTo>
                  <a:pt x="3016" y="315"/>
                </a:lnTo>
                <a:lnTo>
                  <a:pt x="3014" y="315"/>
                </a:lnTo>
                <a:lnTo>
                  <a:pt x="2751" y="315"/>
                </a:lnTo>
                <a:lnTo>
                  <a:pt x="2757" y="309"/>
                </a:lnTo>
                <a:lnTo>
                  <a:pt x="2757" y="453"/>
                </a:lnTo>
                <a:lnTo>
                  <a:pt x="2751" y="447"/>
                </a:lnTo>
                <a:lnTo>
                  <a:pt x="3044" y="447"/>
                </a:lnTo>
                <a:lnTo>
                  <a:pt x="3046" y="447"/>
                </a:lnTo>
                <a:lnTo>
                  <a:pt x="3048" y="448"/>
                </a:lnTo>
                <a:lnTo>
                  <a:pt x="3049" y="449"/>
                </a:lnTo>
                <a:lnTo>
                  <a:pt x="3050" y="451"/>
                </a:lnTo>
                <a:lnTo>
                  <a:pt x="3050" y="453"/>
                </a:lnTo>
                <a:lnTo>
                  <a:pt x="3050" y="541"/>
                </a:lnTo>
                <a:lnTo>
                  <a:pt x="3050" y="543"/>
                </a:lnTo>
                <a:lnTo>
                  <a:pt x="3049" y="545"/>
                </a:lnTo>
                <a:lnTo>
                  <a:pt x="3048" y="546"/>
                </a:lnTo>
                <a:lnTo>
                  <a:pt x="3046" y="547"/>
                </a:lnTo>
                <a:lnTo>
                  <a:pt x="3044" y="547"/>
                </a:lnTo>
                <a:lnTo>
                  <a:pt x="2645" y="547"/>
                </a:lnTo>
                <a:lnTo>
                  <a:pt x="2643" y="547"/>
                </a:lnTo>
                <a:lnTo>
                  <a:pt x="2641" y="546"/>
                </a:lnTo>
                <a:lnTo>
                  <a:pt x="2640" y="545"/>
                </a:lnTo>
                <a:lnTo>
                  <a:pt x="2639" y="543"/>
                </a:lnTo>
                <a:lnTo>
                  <a:pt x="2639" y="541"/>
                </a:lnTo>
                <a:lnTo>
                  <a:pt x="2639" y="16"/>
                </a:lnTo>
                <a:close/>
                <a:moveTo>
                  <a:pt x="2650" y="541"/>
                </a:moveTo>
                <a:lnTo>
                  <a:pt x="2645" y="536"/>
                </a:lnTo>
                <a:lnTo>
                  <a:pt x="3044" y="536"/>
                </a:lnTo>
                <a:lnTo>
                  <a:pt x="3039" y="541"/>
                </a:lnTo>
                <a:lnTo>
                  <a:pt x="3039" y="453"/>
                </a:lnTo>
                <a:lnTo>
                  <a:pt x="3044" y="458"/>
                </a:lnTo>
                <a:lnTo>
                  <a:pt x="2751" y="458"/>
                </a:lnTo>
                <a:lnTo>
                  <a:pt x="2749" y="458"/>
                </a:lnTo>
                <a:lnTo>
                  <a:pt x="2748" y="457"/>
                </a:lnTo>
                <a:lnTo>
                  <a:pt x="2746" y="456"/>
                </a:lnTo>
                <a:lnTo>
                  <a:pt x="2746" y="454"/>
                </a:lnTo>
                <a:lnTo>
                  <a:pt x="2745" y="453"/>
                </a:lnTo>
                <a:lnTo>
                  <a:pt x="2745" y="309"/>
                </a:lnTo>
                <a:lnTo>
                  <a:pt x="2746" y="308"/>
                </a:lnTo>
                <a:lnTo>
                  <a:pt x="2746" y="306"/>
                </a:lnTo>
                <a:lnTo>
                  <a:pt x="2748" y="305"/>
                </a:lnTo>
                <a:lnTo>
                  <a:pt x="2749" y="304"/>
                </a:lnTo>
                <a:lnTo>
                  <a:pt x="2751" y="304"/>
                </a:lnTo>
                <a:lnTo>
                  <a:pt x="3014" y="304"/>
                </a:lnTo>
                <a:lnTo>
                  <a:pt x="3009" y="309"/>
                </a:lnTo>
                <a:lnTo>
                  <a:pt x="3009" y="221"/>
                </a:lnTo>
                <a:lnTo>
                  <a:pt x="3014" y="226"/>
                </a:lnTo>
                <a:lnTo>
                  <a:pt x="2751" y="226"/>
                </a:lnTo>
                <a:lnTo>
                  <a:pt x="2749" y="226"/>
                </a:lnTo>
                <a:lnTo>
                  <a:pt x="2748" y="225"/>
                </a:lnTo>
                <a:lnTo>
                  <a:pt x="2746" y="224"/>
                </a:lnTo>
                <a:lnTo>
                  <a:pt x="2746" y="222"/>
                </a:lnTo>
                <a:lnTo>
                  <a:pt x="2745" y="221"/>
                </a:lnTo>
                <a:lnTo>
                  <a:pt x="2745" y="104"/>
                </a:lnTo>
                <a:lnTo>
                  <a:pt x="2746" y="103"/>
                </a:lnTo>
                <a:lnTo>
                  <a:pt x="2746" y="101"/>
                </a:lnTo>
                <a:lnTo>
                  <a:pt x="2748" y="100"/>
                </a:lnTo>
                <a:lnTo>
                  <a:pt x="2749" y="99"/>
                </a:lnTo>
                <a:lnTo>
                  <a:pt x="2751" y="99"/>
                </a:lnTo>
                <a:lnTo>
                  <a:pt x="3034" y="99"/>
                </a:lnTo>
                <a:lnTo>
                  <a:pt x="3029" y="104"/>
                </a:lnTo>
                <a:lnTo>
                  <a:pt x="3029" y="16"/>
                </a:lnTo>
                <a:lnTo>
                  <a:pt x="3034" y="21"/>
                </a:lnTo>
                <a:lnTo>
                  <a:pt x="2645" y="21"/>
                </a:lnTo>
                <a:lnTo>
                  <a:pt x="2650" y="16"/>
                </a:lnTo>
                <a:lnTo>
                  <a:pt x="2650" y="541"/>
                </a:lnTo>
                <a:lnTo>
                  <a:pt x="2650" y="541"/>
                </a:lnTo>
                <a:close/>
                <a:moveTo>
                  <a:pt x="3241" y="355"/>
                </a:moveTo>
                <a:lnTo>
                  <a:pt x="3242" y="355"/>
                </a:lnTo>
                <a:lnTo>
                  <a:pt x="3244" y="356"/>
                </a:lnTo>
                <a:lnTo>
                  <a:pt x="3245" y="357"/>
                </a:lnTo>
                <a:lnTo>
                  <a:pt x="3246" y="358"/>
                </a:lnTo>
                <a:lnTo>
                  <a:pt x="3247" y="360"/>
                </a:lnTo>
                <a:lnTo>
                  <a:pt x="3249" y="372"/>
                </a:lnTo>
                <a:lnTo>
                  <a:pt x="3249" y="372"/>
                </a:lnTo>
                <a:lnTo>
                  <a:pt x="3252" y="384"/>
                </a:lnTo>
                <a:lnTo>
                  <a:pt x="3252" y="383"/>
                </a:lnTo>
                <a:lnTo>
                  <a:pt x="3256" y="394"/>
                </a:lnTo>
                <a:lnTo>
                  <a:pt x="3256" y="394"/>
                </a:lnTo>
                <a:lnTo>
                  <a:pt x="3260" y="404"/>
                </a:lnTo>
                <a:lnTo>
                  <a:pt x="3260" y="403"/>
                </a:lnTo>
                <a:lnTo>
                  <a:pt x="3265" y="413"/>
                </a:lnTo>
                <a:lnTo>
                  <a:pt x="3265" y="412"/>
                </a:lnTo>
                <a:lnTo>
                  <a:pt x="3270" y="420"/>
                </a:lnTo>
                <a:lnTo>
                  <a:pt x="3270" y="420"/>
                </a:lnTo>
                <a:lnTo>
                  <a:pt x="3276" y="427"/>
                </a:lnTo>
                <a:lnTo>
                  <a:pt x="3275" y="427"/>
                </a:lnTo>
                <a:lnTo>
                  <a:pt x="3282" y="433"/>
                </a:lnTo>
                <a:lnTo>
                  <a:pt x="3282" y="433"/>
                </a:lnTo>
                <a:lnTo>
                  <a:pt x="3289" y="439"/>
                </a:lnTo>
                <a:lnTo>
                  <a:pt x="3289" y="438"/>
                </a:lnTo>
                <a:lnTo>
                  <a:pt x="3297" y="443"/>
                </a:lnTo>
                <a:lnTo>
                  <a:pt x="3296" y="443"/>
                </a:lnTo>
                <a:lnTo>
                  <a:pt x="3305" y="447"/>
                </a:lnTo>
                <a:lnTo>
                  <a:pt x="3305" y="447"/>
                </a:lnTo>
                <a:lnTo>
                  <a:pt x="3314" y="450"/>
                </a:lnTo>
                <a:lnTo>
                  <a:pt x="3313" y="450"/>
                </a:lnTo>
                <a:lnTo>
                  <a:pt x="3323" y="453"/>
                </a:lnTo>
                <a:lnTo>
                  <a:pt x="3323" y="453"/>
                </a:lnTo>
                <a:lnTo>
                  <a:pt x="3333" y="455"/>
                </a:lnTo>
                <a:lnTo>
                  <a:pt x="3333" y="455"/>
                </a:lnTo>
                <a:lnTo>
                  <a:pt x="3344" y="456"/>
                </a:lnTo>
                <a:lnTo>
                  <a:pt x="3344" y="456"/>
                </a:lnTo>
                <a:lnTo>
                  <a:pt x="3355" y="456"/>
                </a:lnTo>
                <a:lnTo>
                  <a:pt x="3355" y="456"/>
                </a:lnTo>
                <a:lnTo>
                  <a:pt x="3368" y="456"/>
                </a:lnTo>
                <a:lnTo>
                  <a:pt x="3367" y="456"/>
                </a:lnTo>
                <a:lnTo>
                  <a:pt x="3379" y="455"/>
                </a:lnTo>
                <a:lnTo>
                  <a:pt x="3378" y="455"/>
                </a:lnTo>
                <a:lnTo>
                  <a:pt x="3389" y="453"/>
                </a:lnTo>
                <a:lnTo>
                  <a:pt x="3389" y="454"/>
                </a:lnTo>
                <a:lnTo>
                  <a:pt x="3399" y="451"/>
                </a:lnTo>
                <a:lnTo>
                  <a:pt x="3398" y="451"/>
                </a:lnTo>
                <a:lnTo>
                  <a:pt x="3408" y="448"/>
                </a:lnTo>
                <a:lnTo>
                  <a:pt x="3407" y="449"/>
                </a:lnTo>
                <a:lnTo>
                  <a:pt x="3416" y="445"/>
                </a:lnTo>
                <a:lnTo>
                  <a:pt x="3415" y="445"/>
                </a:lnTo>
                <a:lnTo>
                  <a:pt x="3423" y="441"/>
                </a:lnTo>
                <a:lnTo>
                  <a:pt x="3422" y="441"/>
                </a:lnTo>
                <a:lnTo>
                  <a:pt x="3429" y="436"/>
                </a:lnTo>
                <a:lnTo>
                  <a:pt x="3428" y="436"/>
                </a:lnTo>
                <a:lnTo>
                  <a:pt x="3434" y="431"/>
                </a:lnTo>
                <a:lnTo>
                  <a:pt x="3434" y="431"/>
                </a:lnTo>
                <a:lnTo>
                  <a:pt x="3439" y="425"/>
                </a:lnTo>
                <a:lnTo>
                  <a:pt x="3439" y="426"/>
                </a:lnTo>
                <a:lnTo>
                  <a:pt x="3444" y="420"/>
                </a:lnTo>
                <a:lnTo>
                  <a:pt x="3443" y="420"/>
                </a:lnTo>
                <a:lnTo>
                  <a:pt x="3447" y="414"/>
                </a:lnTo>
                <a:lnTo>
                  <a:pt x="3447" y="414"/>
                </a:lnTo>
                <a:lnTo>
                  <a:pt x="3449" y="408"/>
                </a:lnTo>
                <a:lnTo>
                  <a:pt x="3449" y="408"/>
                </a:lnTo>
                <a:lnTo>
                  <a:pt x="3451" y="402"/>
                </a:lnTo>
                <a:lnTo>
                  <a:pt x="3451" y="402"/>
                </a:lnTo>
                <a:lnTo>
                  <a:pt x="3452" y="395"/>
                </a:lnTo>
                <a:lnTo>
                  <a:pt x="3452" y="396"/>
                </a:lnTo>
                <a:lnTo>
                  <a:pt x="3452" y="389"/>
                </a:lnTo>
                <a:lnTo>
                  <a:pt x="3452" y="389"/>
                </a:lnTo>
                <a:lnTo>
                  <a:pt x="3452" y="385"/>
                </a:lnTo>
                <a:lnTo>
                  <a:pt x="3452" y="385"/>
                </a:lnTo>
                <a:lnTo>
                  <a:pt x="3452" y="381"/>
                </a:lnTo>
                <a:lnTo>
                  <a:pt x="3452" y="381"/>
                </a:lnTo>
                <a:lnTo>
                  <a:pt x="3451" y="377"/>
                </a:lnTo>
                <a:lnTo>
                  <a:pt x="3451" y="378"/>
                </a:lnTo>
                <a:lnTo>
                  <a:pt x="3450" y="374"/>
                </a:lnTo>
                <a:lnTo>
                  <a:pt x="3450" y="374"/>
                </a:lnTo>
                <a:lnTo>
                  <a:pt x="3449" y="370"/>
                </a:lnTo>
                <a:lnTo>
                  <a:pt x="3449" y="371"/>
                </a:lnTo>
                <a:lnTo>
                  <a:pt x="3447" y="367"/>
                </a:lnTo>
                <a:lnTo>
                  <a:pt x="3447" y="368"/>
                </a:lnTo>
                <a:lnTo>
                  <a:pt x="3443" y="361"/>
                </a:lnTo>
                <a:lnTo>
                  <a:pt x="3443" y="361"/>
                </a:lnTo>
                <a:lnTo>
                  <a:pt x="3440" y="358"/>
                </a:lnTo>
                <a:lnTo>
                  <a:pt x="3440" y="358"/>
                </a:lnTo>
                <a:lnTo>
                  <a:pt x="3437" y="355"/>
                </a:lnTo>
                <a:lnTo>
                  <a:pt x="3438" y="356"/>
                </a:lnTo>
                <a:lnTo>
                  <a:pt x="3429" y="350"/>
                </a:lnTo>
                <a:lnTo>
                  <a:pt x="3430" y="350"/>
                </a:lnTo>
                <a:lnTo>
                  <a:pt x="3419" y="345"/>
                </a:lnTo>
                <a:lnTo>
                  <a:pt x="3420" y="345"/>
                </a:lnTo>
                <a:lnTo>
                  <a:pt x="3407" y="340"/>
                </a:lnTo>
                <a:lnTo>
                  <a:pt x="3407" y="340"/>
                </a:lnTo>
                <a:lnTo>
                  <a:pt x="3395" y="336"/>
                </a:lnTo>
                <a:lnTo>
                  <a:pt x="3395" y="336"/>
                </a:lnTo>
                <a:lnTo>
                  <a:pt x="3377" y="331"/>
                </a:lnTo>
                <a:lnTo>
                  <a:pt x="3377" y="331"/>
                </a:lnTo>
                <a:lnTo>
                  <a:pt x="3323" y="317"/>
                </a:lnTo>
                <a:lnTo>
                  <a:pt x="3303" y="311"/>
                </a:lnTo>
                <a:lnTo>
                  <a:pt x="3303" y="311"/>
                </a:lnTo>
                <a:lnTo>
                  <a:pt x="3284" y="305"/>
                </a:lnTo>
                <a:lnTo>
                  <a:pt x="3283" y="305"/>
                </a:lnTo>
                <a:lnTo>
                  <a:pt x="3266" y="299"/>
                </a:lnTo>
                <a:lnTo>
                  <a:pt x="3266" y="299"/>
                </a:lnTo>
                <a:lnTo>
                  <a:pt x="3250" y="293"/>
                </a:lnTo>
                <a:lnTo>
                  <a:pt x="3250" y="293"/>
                </a:lnTo>
                <a:lnTo>
                  <a:pt x="3236" y="286"/>
                </a:lnTo>
                <a:lnTo>
                  <a:pt x="3235" y="286"/>
                </a:lnTo>
                <a:lnTo>
                  <a:pt x="3223" y="279"/>
                </a:lnTo>
                <a:lnTo>
                  <a:pt x="3223" y="278"/>
                </a:lnTo>
                <a:lnTo>
                  <a:pt x="3212" y="271"/>
                </a:lnTo>
                <a:lnTo>
                  <a:pt x="3211" y="271"/>
                </a:lnTo>
                <a:lnTo>
                  <a:pt x="3202" y="263"/>
                </a:lnTo>
                <a:lnTo>
                  <a:pt x="3201" y="263"/>
                </a:lnTo>
                <a:lnTo>
                  <a:pt x="3190" y="251"/>
                </a:lnTo>
                <a:lnTo>
                  <a:pt x="3190" y="251"/>
                </a:lnTo>
                <a:lnTo>
                  <a:pt x="3180" y="240"/>
                </a:lnTo>
                <a:lnTo>
                  <a:pt x="3180" y="239"/>
                </a:lnTo>
                <a:lnTo>
                  <a:pt x="3172" y="227"/>
                </a:lnTo>
                <a:lnTo>
                  <a:pt x="3171" y="227"/>
                </a:lnTo>
                <a:lnTo>
                  <a:pt x="3168" y="220"/>
                </a:lnTo>
                <a:lnTo>
                  <a:pt x="3168" y="220"/>
                </a:lnTo>
                <a:lnTo>
                  <a:pt x="3165" y="213"/>
                </a:lnTo>
                <a:lnTo>
                  <a:pt x="3164" y="213"/>
                </a:lnTo>
                <a:lnTo>
                  <a:pt x="3162" y="206"/>
                </a:lnTo>
                <a:lnTo>
                  <a:pt x="3161" y="206"/>
                </a:lnTo>
                <a:lnTo>
                  <a:pt x="3159" y="199"/>
                </a:lnTo>
                <a:lnTo>
                  <a:pt x="3159" y="199"/>
                </a:lnTo>
                <a:lnTo>
                  <a:pt x="3157" y="192"/>
                </a:lnTo>
                <a:lnTo>
                  <a:pt x="3157" y="191"/>
                </a:lnTo>
                <a:lnTo>
                  <a:pt x="3155" y="184"/>
                </a:lnTo>
                <a:lnTo>
                  <a:pt x="3155" y="184"/>
                </a:lnTo>
                <a:lnTo>
                  <a:pt x="3154" y="176"/>
                </a:lnTo>
                <a:lnTo>
                  <a:pt x="3154" y="176"/>
                </a:lnTo>
                <a:lnTo>
                  <a:pt x="3153" y="169"/>
                </a:lnTo>
                <a:lnTo>
                  <a:pt x="3153" y="168"/>
                </a:lnTo>
                <a:lnTo>
                  <a:pt x="3152" y="161"/>
                </a:lnTo>
                <a:lnTo>
                  <a:pt x="3152" y="160"/>
                </a:lnTo>
                <a:lnTo>
                  <a:pt x="3152" y="153"/>
                </a:lnTo>
                <a:lnTo>
                  <a:pt x="3152" y="152"/>
                </a:lnTo>
                <a:lnTo>
                  <a:pt x="3152" y="142"/>
                </a:lnTo>
                <a:lnTo>
                  <a:pt x="3152" y="142"/>
                </a:lnTo>
                <a:lnTo>
                  <a:pt x="3153" y="132"/>
                </a:lnTo>
                <a:lnTo>
                  <a:pt x="3153" y="131"/>
                </a:lnTo>
                <a:lnTo>
                  <a:pt x="3155" y="122"/>
                </a:lnTo>
                <a:lnTo>
                  <a:pt x="3155" y="121"/>
                </a:lnTo>
                <a:lnTo>
                  <a:pt x="3158" y="112"/>
                </a:lnTo>
                <a:lnTo>
                  <a:pt x="3158" y="111"/>
                </a:lnTo>
                <a:lnTo>
                  <a:pt x="3161" y="102"/>
                </a:lnTo>
                <a:lnTo>
                  <a:pt x="3161" y="102"/>
                </a:lnTo>
                <a:lnTo>
                  <a:pt x="3165" y="93"/>
                </a:lnTo>
                <a:lnTo>
                  <a:pt x="3165" y="93"/>
                </a:lnTo>
                <a:lnTo>
                  <a:pt x="3170" y="84"/>
                </a:lnTo>
                <a:lnTo>
                  <a:pt x="3170" y="83"/>
                </a:lnTo>
                <a:lnTo>
                  <a:pt x="3175" y="75"/>
                </a:lnTo>
                <a:lnTo>
                  <a:pt x="3176" y="74"/>
                </a:lnTo>
                <a:lnTo>
                  <a:pt x="3182" y="66"/>
                </a:lnTo>
                <a:lnTo>
                  <a:pt x="3182" y="65"/>
                </a:lnTo>
                <a:lnTo>
                  <a:pt x="3189" y="57"/>
                </a:lnTo>
                <a:lnTo>
                  <a:pt x="3189" y="57"/>
                </a:lnTo>
                <a:lnTo>
                  <a:pt x="3196" y="50"/>
                </a:lnTo>
                <a:lnTo>
                  <a:pt x="3196" y="49"/>
                </a:lnTo>
                <a:lnTo>
                  <a:pt x="3204" y="42"/>
                </a:lnTo>
                <a:lnTo>
                  <a:pt x="3205" y="42"/>
                </a:lnTo>
                <a:lnTo>
                  <a:pt x="3213" y="36"/>
                </a:lnTo>
                <a:lnTo>
                  <a:pt x="3213" y="35"/>
                </a:lnTo>
                <a:lnTo>
                  <a:pt x="3223" y="30"/>
                </a:lnTo>
                <a:lnTo>
                  <a:pt x="3223" y="29"/>
                </a:lnTo>
                <a:lnTo>
                  <a:pt x="3233" y="24"/>
                </a:lnTo>
                <a:lnTo>
                  <a:pt x="3233" y="24"/>
                </a:lnTo>
                <a:lnTo>
                  <a:pt x="3243" y="19"/>
                </a:lnTo>
                <a:lnTo>
                  <a:pt x="3244" y="19"/>
                </a:lnTo>
                <a:lnTo>
                  <a:pt x="3254" y="15"/>
                </a:lnTo>
                <a:lnTo>
                  <a:pt x="3255" y="14"/>
                </a:lnTo>
                <a:lnTo>
                  <a:pt x="3266" y="11"/>
                </a:lnTo>
                <a:lnTo>
                  <a:pt x="3267" y="11"/>
                </a:lnTo>
                <a:lnTo>
                  <a:pt x="3279" y="7"/>
                </a:lnTo>
                <a:lnTo>
                  <a:pt x="3279" y="7"/>
                </a:lnTo>
                <a:lnTo>
                  <a:pt x="3292" y="5"/>
                </a:lnTo>
                <a:lnTo>
                  <a:pt x="3292" y="5"/>
                </a:lnTo>
                <a:lnTo>
                  <a:pt x="3305" y="3"/>
                </a:lnTo>
                <a:lnTo>
                  <a:pt x="3305" y="3"/>
                </a:lnTo>
                <a:lnTo>
                  <a:pt x="3319" y="1"/>
                </a:lnTo>
                <a:lnTo>
                  <a:pt x="3319" y="1"/>
                </a:lnTo>
                <a:lnTo>
                  <a:pt x="3334" y="0"/>
                </a:lnTo>
                <a:lnTo>
                  <a:pt x="3334" y="0"/>
                </a:lnTo>
                <a:lnTo>
                  <a:pt x="3349" y="0"/>
                </a:lnTo>
                <a:lnTo>
                  <a:pt x="3349" y="0"/>
                </a:lnTo>
                <a:lnTo>
                  <a:pt x="3361" y="0"/>
                </a:lnTo>
                <a:lnTo>
                  <a:pt x="3361" y="0"/>
                </a:lnTo>
                <a:lnTo>
                  <a:pt x="3373" y="1"/>
                </a:lnTo>
                <a:lnTo>
                  <a:pt x="3373" y="1"/>
                </a:lnTo>
                <a:lnTo>
                  <a:pt x="3384" y="2"/>
                </a:lnTo>
                <a:lnTo>
                  <a:pt x="3384" y="2"/>
                </a:lnTo>
                <a:lnTo>
                  <a:pt x="3395" y="3"/>
                </a:lnTo>
                <a:lnTo>
                  <a:pt x="3396" y="3"/>
                </a:lnTo>
                <a:lnTo>
                  <a:pt x="3406" y="4"/>
                </a:lnTo>
                <a:lnTo>
                  <a:pt x="3406" y="4"/>
                </a:lnTo>
                <a:lnTo>
                  <a:pt x="3417" y="6"/>
                </a:lnTo>
                <a:lnTo>
                  <a:pt x="3417" y="6"/>
                </a:lnTo>
                <a:lnTo>
                  <a:pt x="3427" y="8"/>
                </a:lnTo>
                <a:lnTo>
                  <a:pt x="3427" y="8"/>
                </a:lnTo>
                <a:lnTo>
                  <a:pt x="3436" y="11"/>
                </a:lnTo>
                <a:lnTo>
                  <a:pt x="3437" y="11"/>
                </a:lnTo>
                <a:lnTo>
                  <a:pt x="3446" y="14"/>
                </a:lnTo>
                <a:lnTo>
                  <a:pt x="3446" y="14"/>
                </a:lnTo>
                <a:lnTo>
                  <a:pt x="3455" y="17"/>
                </a:lnTo>
                <a:lnTo>
                  <a:pt x="3455" y="17"/>
                </a:lnTo>
                <a:lnTo>
                  <a:pt x="3463" y="21"/>
                </a:lnTo>
                <a:lnTo>
                  <a:pt x="3464" y="21"/>
                </a:lnTo>
                <a:lnTo>
                  <a:pt x="3472" y="25"/>
                </a:lnTo>
                <a:lnTo>
                  <a:pt x="3472" y="25"/>
                </a:lnTo>
                <a:lnTo>
                  <a:pt x="3479" y="29"/>
                </a:lnTo>
                <a:lnTo>
                  <a:pt x="3480" y="29"/>
                </a:lnTo>
                <a:lnTo>
                  <a:pt x="3487" y="34"/>
                </a:lnTo>
                <a:lnTo>
                  <a:pt x="3487" y="34"/>
                </a:lnTo>
                <a:lnTo>
                  <a:pt x="3494" y="39"/>
                </a:lnTo>
                <a:lnTo>
                  <a:pt x="3494" y="39"/>
                </a:lnTo>
                <a:lnTo>
                  <a:pt x="3501" y="45"/>
                </a:lnTo>
                <a:lnTo>
                  <a:pt x="3501" y="45"/>
                </a:lnTo>
                <a:lnTo>
                  <a:pt x="3507" y="50"/>
                </a:lnTo>
                <a:lnTo>
                  <a:pt x="3507" y="50"/>
                </a:lnTo>
                <a:lnTo>
                  <a:pt x="3513" y="56"/>
                </a:lnTo>
                <a:lnTo>
                  <a:pt x="3513" y="56"/>
                </a:lnTo>
                <a:lnTo>
                  <a:pt x="3518" y="62"/>
                </a:lnTo>
                <a:lnTo>
                  <a:pt x="3519" y="63"/>
                </a:lnTo>
                <a:lnTo>
                  <a:pt x="3523" y="69"/>
                </a:lnTo>
                <a:lnTo>
                  <a:pt x="3524" y="69"/>
                </a:lnTo>
                <a:lnTo>
                  <a:pt x="3528" y="76"/>
                </a:lnTo>
                <a:lnTo>
                  <a:pt x="3528" y="76"/>
                </a:lnTo>
                <a:lnTo>
                  <a:pt x="3532" y="83"/>
                </a:lnTo>
                <a:lnTo>
                  <a:pt x="3533" y="83"/>
                </a:lnTo>
                <a:lnTo>
                  <a:pt x="3536" y="90"/>
                </a:lnTo>
                <a:lnTo>
                  <a:pt x="3537" y="90"/>
                </a:lnTo>
                <a:lnTo>
                  <a:pt x="3540" y="98"/>
                </a:lnTo>
                <a:lnTo>
                  <a:pt x="3540" y="98"/>
                </a:lnTo>
                <a:lnTo>
                  <a:pt x="3543" y="105"/>
                </a:lnTo>
                <a:lnTo>
                  <a:pt x="3543" y="105"/>
                </a:lnTo>
                <a:lnTo>
                  <a:pt x="3546" y="113"/>
                </a:lnTo>
                <a:lnTo>
                  <a:pt x="3546" y="113"/>
                </a:lnTo>
                <a:lnTo>
                  <a:pt x="3549" y="121"/>
                </a:lnTo>
                <a:lnTo>
                  <a:pt x="3549" y="122"/>
                </a:lnTo>
                <a:lnTo>
                  <a:pt x="3551" y="130"/>
                </a:lnTo>
                <a:lnTo>
                  <a:pt x="3551" y="130"/>
                </a:lnTo>
                <a:lnTo>
                  <a:pt x="3552" y="138"/>
                </a:lnTo>
                <a:lnTo>
                  <a:pt x="3552" y="138"/>
                </a:lnTo>
                <a:lnTo>
                  <a:pt x="3554" y="147"/>
                </a:lnTo>
                <a:lnTo>
                  <a:pt x="3554" y="147"/>
                </a:lnTo>
                <a:lnTo>
                  <a:pt x="3555" y="156"/>
                </a:lnTo>
                <a:lnTo>
                  <a:pt x="3555" y="156"/>
                </a:lnTo>
                <a:lnTo>
                  <a:pt x="3555" y="165"/>
                </a:lnTo>
                <a:lnTo>
                  <a:pt x="3555" y="167"/>
                </a:lnTo>
                <a:lnTo>
                  <a:pt x="3554" y="169"/>
                </a:lnTo>
                <a:lnTo>
                  <a:pt x="3553" y="170"/>
                </a:lnTo>
                <a:lnTo>
                  <a:pt x="3551" y="171"/>
                </a:lnTo>
                <a:lnTo>
                  <a:pt x="3549" y="171"/>
                </a:lnTo>
                <a:lnTo>
                  <a:pt x="3443" y="175"/>
                </a:lnTo>
                <a:lnTo>
                  <a:pt x="3441" y="175"/>
                </a:lnTo>
                <a:lnTo>
                  <a:pt x="3439" y="174"/>
                </a:lnTo>
                <a:lnTo>
                  <a:pt x="3438" y="173"/>
                </a:lnTo>
                <a:lnTo>
                  <a:pt x="3437" y="171"/>
                </a:lnTo>
                <a:lnTo>
                  <a:pt x="3436" y="161"/>
                </a:lnTo>
                <a:lnTo>
                  <a:pt x="3436" y="161"/>
                </a:lnTo>
                <a:lnTo>
                  <a:pt x="3433" y="152"/>
                </a:lnTo>
                <a:lnTo>
                  <a:pt x="3433" y="153"/>
                </a:lnTo>
                <a:lnTo>
                  <a:pt x="3431" y="144"/>
                </a:lnTo>
                <a:lnTo>
                  <a:pt x="3431" y="145"/>
                </a:lnTo>
                <a:lnTo>
                  <a:pt x="3427" y="137"/>
                </a:lnTo>
                <a:lnTo>
                  <a:pt x="3428" y="138"/>
                </a:lnTo>
                <a:lnTo>
                  <a:pt x="3424" y="131"/>
                </a:lnTo>
                <a:lnTo>
                  <a:pt x="3424" y="131"/>
                </a:lnTo>
                <a:lnTo>
                  <a:pt x="3420" y="125"/>
                </a:lnTo>
                <a:lnTo>
                  <a:pt x="3420" y="126"/>
                </a:lnTo>
                <a:lnTo>
                  <a:pt x="3415" y="120"/>
                </a:lnTo>
                <a:lnTo>
                  <a:pt x="3416" y="120"/>
                </a:lnTo>
                <a:lnTo>
                  <a:pt x="3410" y="116"/>
                </a:lnTo>
                <a:lnTo>
                  <a:pt x="3411" y="116"/>
                </a:lnTo>
                <a:lnTo>
                  <a:pt x="3405" y="112"/>
                </a:lnTo>
                <a:lnTo>
                  <a:pt x="3406" y="112"/>
                </a:lnTo>
                <a:lnTo>
                  <a:pt x="3399" y="109"/>
                </a:lnTo>
                <a:lnTo>
                  <a:pt x="3400" y="109"/>
                </a:lnTo>
                <a:lnTo>
                  <a:pt x="3393" y="106"/>
                </a:lnTo>
                <a:lnTo>
                  <a:pt x="3393" y="106"/>
                </a:lnTo>
                <a:lnTo>
                  <a:pt x="3385" y="104"/>
                </a:lnTo>
                <a:lnTo>
                  <a:pt x="3386" y="104"/>
                </a:lnTo>
                <a:lnTo>
                  <a:pt x="3377" y="102"/>
                </a:lnTo>
                <a:lnTo>
                  <a:pt x="3377" y="102"/>
                </a:lnTo>
                <a:lnTo>
                  <a:pt x="3368" y="101"/>
                </a:lnTo>
                <a:lnTo>
                  <a:pt x="3368" y="101"/>
                </a:lnTo>
                <a:lnTo>
                  <a:pt x="3358" y="100"/>
                </a:lnTo>
                <a:lnTo>
                  <a:pt x="3359" y="100"/>
                </a:lnTo>
                <a:lnTo>
                  <a:pt x="3348" y="99"/>
                </a:lnTo>
                <a:lnTo>
                  <a:pt x="3348" y="99"/>
                </a:lnTo>
                <a:lnTo>
                  <a:pt x="3337" y="100"/>
                </a:lnTo>
                <a:lnTo>
                  <a:pt x="3337" y="100"/>
                </a:lnTo>
                <a:lnTo>
                  <a:pt x="3327" y="101"/>
                </a:lnTo>
                <a:lnTo>
                  <a:pt x="3327" y="101"/>
                </a:lnTo>
                <a:lnTo>
                  <a:pt x="3317" y="102"/>
                </a:lnTo>
                <a:lnTo>
                  <a:pt x="3318" y="102"/>
                </a:lnTo>
                <a:lnTo>
                  <a:pt x="3308" y="104"/>
                </a:lnTo>
                <a:lnTo>
                  <a:pt x="3309" y="104"/>
                </a:lnTo>
                <a:lnTo>
                  <a:pt x="3300" y="107"/>
                </a:lnTo>
                <a:lnTo>
                  <a:pt x="3300" y="107"/>
                </a:lnTo>
                <a:lnTo>
                  <a:pt x="3292" y="110"/>
                </a:lnTo>
                <a:lnTo>
                  <a:pt x="3293" y="110"/>
                </a:lnTo>
                <a:lnTo>
                  <a:pt x="3286" y="113"/>
                </a:lnTo>
                <a:lnTo>
                  <a:pt x="3286" y="113"/>
                </a:lnTo>
                <a:lnTo>
                  <a:pt x="3279" y="118"/>
                </a:lnTo>
                <a:lnTo>
                  <a:pt x="3280" y="117"/>
                </a:lnTo>
                <a:lnTo>
                  <a:pt x="3276" y="120"/>
                </a:lnTo>
                <a:lnTo>
                  <a:pt x="3276" y="120"/>
                </a:lnTo>
                <a:lnTo>
                  <a:pt x="3273" y="123"/>
                </a:lnTo>
                <a:lnTo>
                  <a:pt x="3273" y="123"/>
                </a:lnTo>
                <a:lnTo>
                  <a:pt x="3270" y="127"/>
                </a:lnTo>
                <a:lnTo>
                  <a:pt x="3271" y="126"/>
                </a:lnTo>
                <a:lnTo>
                  <a:pt x="3268" y="130"/>
                </a:lnTo>
                <a:lnTo>
                  <a:pt x="3269" y="129"/>
                </a:lnTo>
                <a:lnTo>
                  <a:pt x="3267" y="134"/>
                </a:lnTo>
                <a:lnTo>
                  <a:pt x="3267" y="133"/>
                </a:lnTo>
                <a:lnTo>
                  <a:pt x="3266" y="137"/>
                </a:lnTo>
                <a:lnTo>
                  <a:pt x="3266" y="137"/>
                </a:lnTo>
                <a:lnTo>
                  <a:pt x="3265" y="141"/>
                </a:lnTo>
                <a:lnTo>
                  <a:pt x="3265" y="141"/>
                </a:lnTo>
                <a:lnTo>
                  <a:pt x="3265" y="146"/>
                </a:lnTo>
                <a:lnTo>
                  <a:pt x="3265" y="145"/>
                </a:lnTo>
                <a:lnTo>
                  <a:pt x="3265" y="150"/>
                </a:lnTo>
                <a:lnTo>
                  <a:pt x="3265" y="149"/>
                </a:lnTo>
                <a:lnTo>
                  <a:pt x="3266" y="154"/>
                </a:lnTo>
                <a:lnTo>
                  <a:pt x="3266" y="153"/>
                </a:lnTo>
                <a:lnTo>
                  <a:pt x="3267" y="157"/>
                </a:lnTo>
                <a:lnTo>
                  <a:pt x="3267" y="157"/>
                </a:lnTo>
                <a:lnTo>
                  <a:pt x="3268" y="161"/>
                </a:lnTo>
                <a:lnTo>
                  <a:pt x="3268" y="160"/>
                </a:lnTo>
                <a:lnTo>
                  <a:pt x="3270" y="164"/>
                </a:lnTo>
                <a:lnTo>
                  <a:pt x="3270" y="163"/>
                </a:lnTo>
                <a:lnTo>
                  <a:pt x="3273" y="167"/>
                </a:lnTo>
                <a:lnTo>
                  <a:pt x="3272" y="167"/>
                </a:lnTo>
                <a:lnTo>
                  <a:pt x="3276" y="170"/>
                </a:lnTo>
                <a:lnTo>
                  <a:pt x="3275" y="170"/>
                </a:lnTo>
                <a:lnTo>
                  <a:pt x="3279" y="173"/>
                </a:lnTo>
                <a:lnTo>
                  <a:pt x="3278" y="173"/>
                </a:lnTo>
                <a:lnTo>
                  <a:pt x="3284" y="177"/>
                </a:lnTo>
                <a:lnTo>
                  <a:pt x="3284" y="177"/>
                </a:lnTo>
                <a:lnTo>
                  <a:pt x="3291" y="181"/>
                </a:lnTo>
                <a:lnTo>
                  <a:pt x="3291" y="181"/>
                </a:lnTo>
                <a:lnTo>
                  <a:pt x="3300" y="185"/>
                </a:lnTo>
                <a:lnTo>
                  <a:pt x="3300" y="185"/>
                </a:lnTo>
                <a:lnTo>
                  <a:pt x="3311" y="189"/>
                </a:lnTo>
                <a:lnTo>
                  <a:pt x="3311" y="189"/>
                </a:lnTo>
                <a:lnTo>
                  <a:pt x="3324" y="194"/>
                </a:lnTo>
                <a:lnTo>
                  <a:pt x="3324" y="194"/>
                </a:lnTo>
                <a:lnTo>
                  <a:pt x="3339" y="198"/>
                </a:lnTo>
                <a:lnTo>
                  <a:pt x="3339" y="198"/>
                </a:lnTo>
                <a:lnTo>
                  <a:pt x="3355" y="203"/>
                </a:lnTo>
                <a:lnTo>
                  <a:pt x="3355" y="203"/>
                </a:lnTo>
                <a:lnTo>
                  <a:pt x="3373" y="207"/>
                </a:lnTo>
                <a:lnTo>
                  <a:pt x="3409" y="217"/>
                </a:lnTo>
                <a:lnTo>
                  <a:pt x="3410" y="217"/>
                </a:lnTo>
                <a:lnTo>
                  <a:pt x="3426" y="221"/>
                </a:lnTo>
                <a:lnTo>
                  <a:pt x="3426" y="221"/>
                </a:lnTo>
                <a:lnTo>
                  <a:pt x="3441" y="226"/>
                </a:lnTo>
                <a:lnTo>
                  <a:pt x="3441" y="226"/>
                </a:lnTo>
                <a:lnTo>
                  <a:pt x="3454" y="231"/>
                </a:lnTo>
                <a:lnTo>
                  <a:pt x="3455" y="231"/>
                </a:lnTo>
                <a:lnTo>
                  <a:pt x="3467" y="236"/>
                </a:lnTo>
                <a:lnTo>
                  <a:pt x="3467" y="236"/>
                </a:lnTo>
                <a:lnTo>
                  <a:pt x="3478" y="241"/>
                </a:lnTo>
                <a:lnTo>
                  <a:pt x="3478" y="241"/>
                </a:lnTo>
                <a:lnTo>
                  <a:pt x="3488" y="246"/>
                </a:lnTo>
                <a:lnTo>
                  <a:pt x="3489" y="246"/>
                </a:lnTo>
                <a:lnTo>
                  <a:pt x="3498" y="251"/>
                </a:lnTo>
                <a:lnTo>
                  <a:pt x="3498" y="251"/>
                </a:lnTo>
                <a:lnTo>
                  <a:pt x="3506" y="257"/>
                </a:lnTo>
                <a:lnTo>
                  <a:pt x="3507" y="257"/>
                </a:lnTo>
                <a:lnTo>
                  <a:pt x="3515" y="263"/>
                </a:lnTo>
                <a:lnTo>
                  <a:pt x="3515" y="263"/>
                </a:lnTo>
                <a:lnTo>
                  <a:pt x="3522" y="270"/>
                </a:lnTo>
                <a:lnTo>
                  <a:pt x="3523" y="270"/>
                </a:lnTo>
                <a:lnTo>
                  <a:pt x="3530" y="277"/>
                </a:lnTo>
                <a:lnTo>
                  <a:pt x="3530" y="277"/>
                </a:lnTo>
                <a:lnTo>
                  <a:pt x="3536" y="285"/>
                </a:lnTo>
                <a:lnTo>
                  <a:pt x="3537" y="285"/>
                </a:lnTo>
                <a:lnTo>
                  <a:pt x="3543" y="293"/>
                </a:lnTo>
                <a:lnTo>
                  <a:pt x="3543" y="293"/>
                </a:lnTo>
                <a:lnTo>
                  <a:pt x="3548" y="301"/>
                </a:lnTo>
                <a:lnTo>
                  <a:pt x="3548" y="302"/>
                </a:lnTo>
                <a:lnTo>
                  <a:pt x="3553" y="310"/>
                </a:lnTo>
                <a:lnTo>
                  <a:pt x="3553" y="311"/>
                </a:lnTo>
                <a:lnTo>
                  <a:pt x="3558" y="320"/>
                </a:lnTo>
                <a:lnTo>
                  <a:pt x="3558" y="320"/>
                </a:lnTo>
                <a:lnTo>
                  <a:pt x="3561" y="330"/>
                </a:lnTo>
                <a:lnTo>
                  <a:pt x="3562" y="331"/>
                </a:lnTo>
                <a:lnTo>
                  <a:pt x="3565" y="341"/>
                </a:lnTo>
                <a:lnTo>
                  <a:pt x="3565" y="341"/>
                </a:lnTo>
                <a:lnTo>
                  <a:pt x="3567" y="352"/>
                </a:lnTo>
                <a:lnTo>
                  <a:pt x="3567" y="352"/>
                </a:lnTo>
                <a:lnTo>
                  <a:pt x="3569" y="364"/>
                </a:lnTo>
                <a:lnTo>
                  <a:pt x="3569" y="364"/>
                </a:lnTo>
                <a:lnTo>
                  <a:pt x="3570" y="376"/>
                </a:lnTo>
                <a:lnTo>
                  <a:pt x="3570" y="376"/>
                </a:lnTo>
                <a:lnTo>
                  <a:pt x="3570" y="388"/>
                </a:lnTo>
                <a:lnTo>
                  <a:pt x="3570" y="389"/>
                </a:lnTo>
                <a:lnTo>
                  <a:pt x="3570" y="400"/>
                </a:lnTo>
                <a:lnTo>
                  <a:pt x="3570" y="400"/>
                </a:lnTo>
                <a:lnTo>
                  <a:pt x="3568" y="411"/>
                </a:lnTo>
                <a:lnTo>
                  <a:pt x="3568" y="412"/>
                </a:lnTo>
                <a:lnTo>
                  <a:pt x="3566" y="423"/>
                </a:lnTo>
                <a:lnTo>
                  <a:pt x="3566" y="423"/>
                </a:lnTo>
                <a:lnTo>
                  <a:pt x="3564" y="434"/>
                </a:lnTo>
                <a:lnTo>
                  <a:pt x="3563" y="434"/>
                </a:lnTo>
                <a:lnTo>
                  <a:pt x="3560" y="445"/>
                </a:lnTo>
                <a:lnTo>
                  <a:pt x="3560" y="445"/>
                </a:lnTo>
                <a:lnTo>
                  <a:pt x="3555" y="456"/>
                </a:lnTo>
                <a:lnTo>
                  <a:pt x="3555" y="456"/>
                </a:lnTo>
                <a:lnTo>
                  <a:pt x="3550" y="466"/>
                </a:lnTo>
                <a:lnTo>
                  <a:pt x="3550" y="466"/>
                </a:lnTo>
                <a:lnTo>
                  <a:pt x="3544" y="476"/>
                </a:lnTo>
                <a:lnTo>
                  <a:pt x="3544" y="477"/>
                </a:lnTo>
                <a:lnTo>
                  <a:pt x="3537" y="486"/>
                </a:lnTo>
                <a:lnTo>
                  <a:pt x="3537" y="487"/>
                </a:lnTo>
                <a:lnTo>
                  <a:pt x="3530" y="496"/>
                </a:lnTo>
                <a:lnTo>
                  <a:pt x="3530" y="496"/>
                </a:lnTo>
                <a:lnTo>
                  <a:pt x="3522" y="504"/>
                </a:lnTo>
                <a:lnTo>
                  <a:pt x="3521" y="504"/>
                </a:lnTo>
                <a:lnTo>
                  <a:pt x="3513" y="512"/>
                </a:lnTo>
                <a:lnTo>
                  <a:pt x="3513" y="512"/>
                </a:lnTo>
                <a:lnTo>
                  <a:pt x="3503" y="519"/>
                </a:lnTo>
                <a:lnTo>
                  <a:pt x="3503" y="520"/>
                </a:lnTo>
                <a:lnTo>
                  <a:pt x="3493" y="526"/>
                </a:lnTo>
                <a:lnTo>
                  <a:pt x="3493" y="526"/>
                </a:lnTo>
                <a:lnTo>
                  <a:pt x="3482" y="532"/>
                </a:lnTo>
                <a:lnTo>
                  <a:pt x="3482" y="532"/>
                </a:lnTo>
                <a:lnTo>
                  <a:pt x="3471" y="537"/>
                </a:lnTo>
                <a:lnTo>
                  <a:pt x="3471" y="537"/>
                </a:lnTo>
                <a:lnTo>
                  <a:pt x="3459" y="542"/>
                </a:lnTo>
                <a:lnTo>
                  <a:pt x="3458" y="542"/>
                </a:lnTo>
                <a:lnTo>
                  <a:pt x="3446" y="546"/>
                </a:lnTo>
                <a:lnTo>
                  <a:pt x="3446" y="546"/>
                </a:lnTo>
                <a:lnTo>
                  <a:pt x="3433" y="550"/>
                </a:lnTo>
                <a:lnTo>
                  <a:pt x="3432" y="550"/>
                </a:lnTo>
                <a:lnTo>
                  <a:pt x="3418" y="552"/>
                </a:lnTo>
                <a:lnTo>
                  <a:pt x="3418" y="552"/>
                </a:lnTo>
                <a:lnTo>
                  <a:pt x="3403" y="554"/>
                </a:lnTo>
                <a:lnTo>
                  <a:pt x="3403" y="554"/>
                </a:lnTo>
                <a:lnTo>
                  <a:pt x="3388" y="556"/>
                </a:lnTo>
                <a:lnTo>
                  <a:pt x="3387" y="556"/>
                </a:lnTo>
                <a:lnTo>
                  <a:pt x="3371" y="557"/>
                </a:lnTo>
                <a:lnTo>
                  <a:pt x="3371" y="557"/>
                </a:lnTo>
                <a:lnTo>
                  <a:pt x="3354" y="557"/>
                </a:lnTo>
                <a:lnTo>
                  <a:pt x="3354" y="557"/>
                </a:lnTo>
                <a:lnTo>
                  <a:pt x="3342" y="557"/>
                </a:lnTo>
                <a:lnTo>
                  <a:pt x="3342" y="557"/>
                </a:lnTo>
                <a:lnTo>
                  <a:pt x="3330" y="556"/>
                </a:lnTo>
                <a:lnTo>
                  <a:pt x="3330" y="556"/>
                </a:lnTo>
                <a:lnTo>
                  <a:pt x="3318" y="555"/>
                </a:lnTo>
                <a:lnTo>
                  <a:pt x="3318" y="555"/>
                </a:lnTo>
                <a:lnTo>
                  <a:pt x="3307" y="554"/>
                </a:lnTo>
                <a:lnTo>
                  <a:pt x="3307" y="554"/>
                </a:lnTo>
                <a:lnTo>
                  <a:pt x="3296" y="553"/>
                </a:lnTo>
                <a:lnTo>
                  <a:pt x="3296" y="553"/>
                </a:lnTo>
                <a:lnTo>
                  <a:pt x="3285" y="551"/>
                </a:lnTo>
                <a:lnTo>
                  <a:pt x="3285" y="551"/>
                </a:lnTo>
                <a:lnTo>
                  <a:pt x="3275" y="548"/>
                </a:lnTo>
                <a:lnTo>
                  <a:pt x="3274" y="548"/>
                </a:lnTo>
                <a:lnTo>
                  <a:pt x="3265" y="545"/>
                </a:lnTo>
                <a:lnTo>
                  <a:pt x="3264" y="545"/>
                </a:lnTo>
                <a:lnTo>
                  <a:pt x="3255" y="542"/>
                </a:lnTo>
                <a:lnTo>
                  <a:pt x="3255" y="542"/>
                </a:lnTo>
                <a:lnTo>
                  <a:pt x="3246" y="539"/>
                </a:lnTo>
                <a:lnTo>
                  <a:pt x="3245" y="539"/>
                </a:lnTo>
                <a:lnTo>
                  <a:pt x="3237" y="535"/>
                </a:lnTo>
                <a:lnTo>
                  <a:pt x="3236" y="535"/>
                </a:lnTo>
                <a:lnTo>
                  <a:pt x="3228" y="531"/>
                </a:lnTo>
                <a:lnTo>
                  <a:pt x="3228" y="530"/>
                </a:lnTo>
                <a:lnTo>
                  <a:pt x="3220" y="526"/>
                </a:lnTo>
                <a:lnTo>
                  <a:pt x="3220" y="526"/>
                </a:lnTo>
                <a:lnTo>
                  <a:pt x="3212" y="521"/>
                </a:lnTo>
                <a:lnTo>
                  <a:pt x="3212" y="521"/>
                </a:lnTo>
                <a:lnTo>
                  <a:pt x="3205" y="516"/>
                </a:lnTo>
                <a:lnTo>
                  <a:pt x="3204" y="515"/>
                </a:lnTo>
                <a:lnTo>
                  <a:pt x="3197" y="510"/>
                </a:lnTo>
                <a:lnTo>
                  <a:pt x="3197" y="510"/>
                </a:lnTo>
                <a:lnTo>
                  <a:pt x="3191" y="504"/>
                </a:lnTo>
                <a:lnTo>
                  <a:pt x="3191" y="504"/>
                </a:lnTo>
                <a:lnTo>
                  <a:pt x="3184" y="497"/>
                </a:lnTo>
                <a:lnTo>
                  <a:pt x="3184" y="497"/>
                </a:lnTo>
                <a:lnTo>
                  <a:pt x="3178" y="491"/>
                </a:lnTo>
                <a:lnTo>
                  <a:pt x="3178" y="490"/>
                </a:lnTo>
                <a:lnTo>
                  <a:pt x="3173" y="483"/>
                </a:lnTo>
                <a:lnTo>
                  <a:pt x="3173" y="483"/>
                </a:lnTo>
                <a:lnTo>
                  <a:pt x="3167" y="476"/>
                </a:lnTo>
                <a:lnTo>
                  <a:pt x="3167" y="476"/>
                </a:lnTo>
                <a:lnTo>
                  <a:pt x="3162" y="468"/>
                </a:lnTo>
                <a:lnTo>
                  <a:pt x="3162" y="468"/>
                </a:lnTo>
                <a:lnTo>
                  <a:pt x="3158" y="460"/>
                </a:lnTo>
                <a:lnTo>
                  <a:pt x="3158" y="459"/>
                </a:lnTo>
                <a:lnTo>
                  <a:pt x="3153" y="451"/>
                </a:lnTo>
                <a:lnTo>
                  <a:pt x="3153" y="451"/>
                </a:lnTo>
                <a:lnTo>
                  <a:pt x="3150" y="442"/>
                </a:lnTo>
                <a:lnTo>
                  <a:pt x="3149" y="442"/>
                </a:lnTo>
                <a:lnTo>
                  <a:pt x="3146" y="433"/>
                </a:lnTo>
                <a:lnTo>
                  <a:pt x="3146" y="433"/>
                </a:lnTo>
                <a:lnTo>
                  <a:pt x="3143" y="423"/>
                </a:lnTo>
                <a:lnTo>
                  <a:pt x="3143" y="423"/>
                </a:lnTo>
                <a:lnTo>
                  <a:pt x="3140" y="414"/>
                </a:lnTo>
                <a:lnTo>
                  <a:pt x="3140" y="413"/>
                </a:lnTo>
                <a:lnTo>
                  <a:pt x="3137" y="403"/>
                </a:lnTo>
                <a:lnTo>
                  <a:pt x="3137" y="403"/>
                </a:lnTo>
                <a:lnTo>
                  <a:pt x="3135" y="393"/>
                </a:lnTo>
                <a:lnTo>
                  <a:pt x="3135" y="393"/>
                </a:lnTo>
                <a:lnTo>
                  <a:pt x="3134" y="382"/>
                </a:lnTo>
                <a:lnTo>
                  <a:pt x="3134" y="382"/>
                </a:lnTo>
                <a:lnTo>
                  <a:pt x="3132" y="371"/>
                </a:lnTo>
                <a:lnTo>
                  <a:pt x="3132" y="369"/>
                </a:lnTo>
                <a:lnTo>
                  <a:pt x="3133" y="368"/>
                </a:lnTo>
                <a:lnTo>
                  <a:pt x="3134" y="366"/>
                </a:lnTo>
                <a:lnTo>
                  <a:pt x="3135" y="365"/>
                </a:lnTo>
                <a:lnTo>
                  <a:pt x="3137" y="365"/>
                </a:lnTo>
                <a:lnTo>
                  <a:pt x="3241" y="355"/>
                </a:lnTo>
                <a:close/>
                <a:moveTo>
                  <a:pt x="3138" y="377"/>
                </a:moveTo>
                <a:lnTo>
                  <a:pt x="3143" y="370"/>
                </a:lnTo>
                <a:lnTo>
                  <a:pt x="3145" y="381"/>
                </a:lnTo>
                <a:lnTo>
                  <a:pt x="3145" y="381"/>
                </a:lnTo>
                <a:lnTo>
                  <a:pt x="3147" y="391"/>
                </a:lnTo>
                <a:lnTo>
                  <a:pt x="3147" y="391"/>
                </a:lnTo>
                <a:lnTo>
                  <a:pt x="3149" y="401"/>
                </a:lnTo>
                <a:lnTo>
                  <a:pt x="3149" y="401"/>
                </a:lnTo>
                <a:lnTo>
                  <a:pt x="3151" y="411"/>
                </a:lnTo>
                <a:lnTo>
                  <a:pt x="3151" y="411"/>
                </a:lnTo>
                <a:lnTo>
                  <a:pt x="3154" y="420"/>
                </a:lnTo>
                <a:lnTo>
                  <a:pt x="3154" y="420"/>
                </a:lnTo>
                <a:lnTo>
                  <a:pt x="3157" y="429"/>
                </a:lnTo>
                <a:lnTo>
                  <a:pt x="3157" y="429"/>
                </a:lnTo>
                <a:lnTo>
                  <a:pt x="3161" y="438"/>
                </a:lnTo>
                <a:lnTo>
                  <a:pt x="3160" y="438"/>
                </a:lnTo>
                <a:lnTo>
                  <a:pt x="3164" y="446"/>
                </a:lnTo>
                <a:lnTo>
                  <a:pt x="3164" y="446"/>
                </a:lnTo>
                <a:lnTo>
                  <a:pt x="3168" y="454"/>
                </a:lnTo>
                <a:lnTo>
                  <a:pt x="3168" y="454"/>
                </a:lnTo>
                <a:lnTo>
                  <a:pt x="3173" y="462"/>
                </a:lnTo>
                <a:lnTo>
                  <a:pt x="3172" y="462"/>
                </a:lnTo>
                <a:lnTo>
                  <a:pt x="3177" y="469"/>
                </a:lnTo>
                <a:lnTo>
                  <a:pt x="3177" y="469"/>
                </a:lnTo>
                <a:lnTo>
                  <a:pt x="3182" y="476"/>
                </a:lnTo>
                <a:lnTo>
                  <a:pt x="3182" y="476"/>
                </a:lnTo>
                <a:lnTo>
                  <a:pt x="3188" y="483"/>
                </a:lnTo>
                <a:lnTo>
                  <a:pt x="3187" y="482"/>
                </a:lnTo>
                <a:lnTo>
                  <a:pt x="3193" y="489"/>
                </a:lnTo>
                <a:lnTo>
                  <a:pt x="3193" y="489"/>
                </a:lnTo>
                <a:lnTo>
                  <a:pt x="3199" y="495"/>
                </a:lnTo>
                <a:lnTo>
                  <a:pt x="3199" y="495"/>
                </a:lnTo>
                <a:lnTo>
                  <a:pt x="3206" y="501"/>
                </a:lnTo>
                <a:lnTo>
                  <a:pt x="3205" y="501"/>
                </a:lnTo>
                <a:lnTo>
                  <a:pt x="3212" y="506"/>
                </a:lnTo>
                <a:lnTo>
                  <a:pt x="3212" y="506"/>
                </a:lnTo>
                <a:lnTo>
                  <a:pt x="3219" y="512"/>
                </a:lnTo>
                <a:lnTo>
                  <a:pt x="3219" y="511"/>
                </a:lnTo>
                <a:lnTo>
                  <a:pt x="3226" y="516"/>
                </a:lnTo>
                <a:lnTo>
                  <a:pt x="3226" y="516"/>
                </a:lnTo>
                <a:lnTo>
                  <a:pt x="3234" y="521"/>
                </a:lnTo>
                <a:lnTo>
                  <a:pt x="3234" y="520"/>
                </a:lnTo>
                <a:lnTo>
                  <a:pt x="3242" y="525"/>
                </a:lnTo>
                <a:lnTo>
                  <a:pt x="3242" y="524"/>
                </a:lnTo>
                <a:lnTo>
                  <a:pt x="3250" y="528"/>
                </a:lnTo>
                <a:lnTo>
                  <a:pt x="3250" y="528"/>
                </a:lnTo>
                <a:lnTo>
                  <a:pt x="3259" y="531"/>
                </a:lnTo>
                <a:lnTo>
                  <a:pt x="3259" y="531"/>
                </a:lnTo>
                <a:lnTo>
                  <a:pt x="3268" y="534"/>
                </a:lnTo>
                <a:lnTo>
                  <a:pt x="3268" y="534"/>
                </a:lnTo>
                <a:lnTo>
                  <a:pt x="3277" y="537"/>
                </a:lnTo>
                <a:lnTo>
                  <a:pt x="3277" y="537"/>
                </a:lnTo>
                <a:lnTo>
                  <a:pt x="3287" y="539"/>
                </a:lnTo>
                <a:lnTo>
                  <a:pt x="3287" y="539"/>
                </a:lnTo>
                <a:lnTo>
                  <a:pt x="3297" y="541"/>
                </a:lnTo>
                <a:lnTo>
                  <a:pt x="3297" y="541"/>
                </a:lnTo>
                <a:lnTo>
                  <a:pt x="3308" y="543"/>
                </a:lnTo>
                <a:lnTo>
                  <a:pt x="3308" y="543"/>
                </a:lnTo>
                <a:lnTo>
                  <a:pt x="3319" y="544"/>
                </a:lnTo>
                <a:lnTo>
                  <a:pt x="3319" y="544"/>
                </a:lnTo>
                <a:lnTo>
                  <a:pt x="3331" y="545"/>
                </a:lnTo>
                <a:lnTo>
                  <a:pt x="3330" y="545"/>
                </a:lnTo>
                <a:lnTo>
                  <a:pt x="3342" y="546"/>
                </a:lnTo>
                <a:lnTo>
                  <a:pt x="3342" y="546"/>
                </a:lnTo>
                <a:lnTo>
                  <a:pt x="3354" y="546"/>
                </a:lnTo>
                <a:lnTo>
                  <a:pt x="3354" y="546"/>
                </a:lnTo>
                <a:lnTo>
                  <a:pt x="3371" y="546"/>
                </a:lnTo>
                <a:lnTo>
                  <a:pt x="3371" y="546"/>
                </a:lnTo>
                <a:lnTo>
                  <a:pt x="3387" y="545"/>
                </a:lnTo>
                <a:lnTo>
                  <a:pt x="3387" y="545"/>
                </a:lnTo>
                <a:lnTo>
                  <a:pt x="3402" y="543"/>
                </a:lnTo>
                <a:lnTo>
                  <a:pt x="3402" y="543"/>
                </a:lnTo>
                <a:lnTo>
                  <a:pt x="3416" y="541"/>
                </a:lnTo>
                <a:lnTo>
                  <a:pt x="3416" y="541"/>
                </a:lnTo>
                <a:lnTo>
                  <a:pt x="3430" y="538"/>
                </a:lnTo>
                <a:lnTo>
                  <a:pt x="3430" y="538"/>
                </a:lnTo>
                <a:lnTo>
                  <a:pt x="3443" y="535"/>
                </a:lnTo>
                <a:lnTo>
                  <a:pt x="3443" y="535"/>
                </a:lnTo>
                <a:lnTo>
                  <a:pt x="3455" y="531"/>
                </a:lnTo>
                <a:lnTo>
                  <a:pt x="3455" y="531"/>
                </a:lnTo>
                <a:lnTo>
                  <a:pt x="3467" y="527"/>
                </a:lnTo>
                <a:lnTo>
                  <a:pt x="3466" y="527"/>
                </a:lnTo>
                <a:lnTo>
                  <a:pt x="3478" y="522"/>
                </a:lnTo>
                <a:lnTo>
                  <a:pt x="3477" y="522"/>
                </a:lnTo>
                <a:lnTo>
                  <a:pt x="3488" y="516"/>
                </a:lnTo>
                <a:lnTo>
                  <a:pt x="3487" y="517"/>
                </a:lnTo>
                <a:lnTo>
                  <a:pt x="3497" y="510"/>
                </a:lnTo>
                <a:lnTo>
                  <a:pt x="3497" y="510"/>
                </a:lnTo>
                <a:lnTo>
                  <a:pt x="3506" y="503"/>
                </a:lnTo>
                <a:lnTo>
                  <a:pt x="3506" y="504"/>
                </a:lnTo>
                <a:lnTo>
                  <a:pt x="3514" y="496"/>
                </a:lnTo>
                <a:lnTo>
                  <a:pt x="3514" y="496"/>
                </a:lnTo>
                <a:lnTo>
                  <a:pt x="3522" y="488"/>
                </a:lnTo>
                <a:lnTo>
                  <a:pt x="3522" y="488"/>
                </a:lnTo>
                <a:lnTo>
                  <a:pt x="3529" y="479"/>
                </a:lnTo>
                <a:lnTo>
                  <a:pt x="3528" y="480"/>
                </a:lnTo>
                <a:lnTo>
                  <a:pt x="3535" y="470"/>
                </a:lnTo>
                <a:lnTo>
                  <a:pt x="3535" y="470"/>
                </a:lnTo>
                <a:lnTo>
                  <a:pt x="3541" y="460"/>
                </a:lnTo>
                <a:lnTo>
                  <a:pt x="3541" y="461"/>
                </a:lnTo>
                <a:lnTo>
                  <a:pt x="3546" y="450"/>
                </a:lnTo>
                <a:lnTo>
                  <a:pt x="3546" y="451"/>
                </a:lnTo>
                <a:lnTo>
                  <a:pt x="3550" y="440"/>
                </a:lnTo>
                <a:lnTo>
                  <a:pt x="3550" y="441"/>
                </a:lnTo>
                <a:lnTo>
                  <a:pt x="3553" y="430"/>
                </a:lnTo>
                <a:lnTo>
                  <a:pt x="3553" y="431"/>
                </a:lnTo>
                <a:lnTo>
                  <a:pt x="3556" y="420"/>
                </a:lnTo>
                <a:lnTo>
                  <a:pt x="3556" y="421"/>
                </a:lnTo>
                <a:lnTo>
                  <a:pt x="3558" y="410"/>
                </a:lnTo>
                <a:lnTo>
                  <a:pt x="3558" y="410"/>
                </a:lnTo>
                <a:lnTo>
                  <a:pt x="3559" y="399"/>
                </a:lnTo>
                <a:lnTo>
                  <a:pt x="3559" y="399"/>
                </a:lnTo>
                <a:lnTo>
                  <a:pt x="3559" y="388"/>
                </a:lnTo>
                <a:lnTo>
                  <a:pt x="3559" y="389"/>
                </a:lnTo>
                <a:lnTo>
                  <a:pt x="3559" y="376"/>
                </a:lnTo>
                <a:lnTo>
                  <a:pt x="3559" y="377"/>
                </a:lnTo>
                <a:lnTo>
                  <a:pt x="3558" y="365"/>
                </a:lnTo>
                <a:lnTo>
                  <a:pt x="3558" y="365"/>
                </a:lnTo>
                <a:lnTo>
                  <a:pt x="3556" y="354"/>
                </a:lnTo>
                <a:lnTo>
                  <a:pt x="3556" y="354"/>
                </a:lnTo>
                <a:lnTo>
                  <a:pt x="3554" y="343"/>
                </a:lnTo>
                <a:lnTo>
                  <a:pt x="3554" y="344"/>
                </a:lnTo>
                <a:lnTo>
                  <a:pt x="3551" y="334"/>
                </a:lnTo>
                <a:lnTo>
                  <a:pt x="3551" y="334"/>
                </a:lnTo>
                <a:lnTo>
                  <a:pt x="3548" y="324"/>
                </a:lnTo>
                <a:lnTo>
                  <a:pt x="3548" y="325"/>
                </a:lnTo>
                <a:lnTo>
                  <a:pt x="3544" y="315"/>
                </a:lnTo>
                <a:lnTo>
                  <a:pt x="3544" y="316"/>
                </a:lnTo>
                <a:lnTo>
                  <a:pt x="3539" y="307"/>
                </a:lnTo>
                <a:lnTo>
                  <a:pt x="3539" y="308"/>
                </a:lnTo>
                <a:lnTo>
                  <a:pt x="3534" y="299"/>
                </a:lnTo>
                <a:lnTo>
                  <a:pt x="3534" y="300"/>
                </a:lnTo>
                <a:lnTo>
                  <a:pt x="3528" y="292"/>
                </a:lnTo>
                <a:lnTo>
                  <a:pt x="3528" y="292"/>
                </a:lnTo>
                <a:lnTo>
                  <a:pt x="3522" y="285"/>
                </a:lnTo>
                <a:lnTo>
                  <a:pt x="3522" y="285"/>
                </a:lnTo>
                <a:lnTo>
                  <a:pt x="3515" y="278"/>
                </a:lnTo>
                <a:lnTo>
                  <a:pt x="3515" y="278"/>
                </a:lnTo>
                <a:lnTo>
                  <a:pt x="3508" y="272"/>
                </a:lnTo>
                <a:lnTo>
                  <a:pt x="3508" y="272"/>
                </a:lnTo>
                <a:lnTo>
                  <a:pt x="3500" y="266"/>
                </a:lnTo>
                <a:lnTo>
                  <a:pt x="3500" y="266"/>
                </a:lnTo>
                <a:lnTo>
                  <a:pt x="3492" y="261"/>
                </a:lnTo>
                <a:lnTo>
                  <a:pt x="3492" y="261"/>
                </a:lnTo>
                <a:lnTo>
                  <a:pt x="3483" y="256"/>
                </a:lnTo>
                <a:lnTo>
                  <a:pt x="3484" y="256"/>
                </a:lnTo>
                <a:lnTo>
                  <a:pt x="3474" y="251"/>
                </a:lnTo>
                <a:lnTo>
                  <a:pt x="3474" y="251"/>
                </a:lnTo>
                <a:lnTo>
                  <a:pt x="3463" y="246"/>
                </a:lnTo>
                <a:lnTo>
                  <a:pt x="3463" y="247"/>
                </a:lnTo>
                <a:lnTo>
                  <a:pt x="3451" y="242"/>
                </a:lnTo>
                <a:lnTo>
                  <a:pt x="3451" y="242"/>
                </a:lnTo>
                <a:lnTo>
                  <a:pt x="3437" y="237"/>
                </a:lnTo>
                <a:lnTo>
                  <a:pt x="3437" y="237"/>
                </a:lnTo>
                <a:lnTo>
                  <a:pt x="3422" y="232"/>
                </a:lnTo>
                <a:lnTo>
                  <a:pt x="3423" y="232"/>
                </a:lnTo>
                <a:lnTo>
                  <a:pt x="3407" y="228"/>
                </a:lnTo>
                <a:lnTo>
                  <a:pt x="3407" y="228"/>
                </a:lnTo>
                <a:lnTo>
                  <a:pt x="3371" y="218"/>
                </a:lnTo>
                <a:lnTo>
                  <a:pt x="3352" y="214"/>
                </a:lnTo>
                <a:lnTo>
                  <a:pt x="3352" y="214"/>
                </a:lnTo>
                <a:lnTo>
                  <a:pt x="3336" y="209"/>
                </a:lnTo>
                <a:lnTo>
                  <a:pt x="3335" y="209"/>
                </a:lnTo>
                <a:lnTo>
                  <a:pt x="3321" y="205"/>
                </a:lnTo>
                <a:lnTo>
                  <a:pt x="3320" y="205"/>
                </a:lnTo>
                <a:lnTo>
                  <a:pt x="3307" y="200"/>
                </a:lnTo>
                <a:lnTo>
                  <a:pt x="3307" y="200"/>
                </a:lnTo>
                <a:lnTo>
                  <a:pt x="3296" y="196"/>
                </a:lnTo>
                <a:lnTo>
                  <a:pt x="3295" y="195"/>
                </a:lnTo>
                <a:lnTo>
                  <a:pt x="3286" y="191"/>
                </a:lnTo>
                <a:lnTo>
                  <a:pt x="3286" y="191"/>
                </a:lnTo>
                <a:lnTo>
                  <a:pt x="3278" y="187"/>
                </a:lnTo>
                <a:lnTo>
                  <a:pt x="3277" y="186"/>
                </a:lnTo>
                <a:lnTo>
                  <a:pt x="3271" y="182"/>
                </a:lnTo>
                <a:lnTo>
                  <a:pt x="3271" y="182"/>
                </a:lnTo>
                <a:lnTo>
                  <a:pt x="3267" y="178"/>
                </a:lnTo>
                <a:lnTo>
                  <a:pt x="3267" y="178"/>
                </a:lnTo>
                <a:lnTo>
                  <a:pt x="3263" y="174"/>
                </a:lnTo>
                <a:lnTo>
                  <a:pt x="3263" y="174"/>
                </a:lnTo>
                <a:lnTo>
                  <a:pt x="3260" y="170"/>
                </a:lnTo>
                <a:lnTo>
                  <a:pt x="3260" y="169"/>
                </a:lnTo>
                <a:lnTo>
                  <a:pt x="3258" y="165"/>
                </a:lnTo>
                <a:lnTo>
                  <a:pt x="3258" y="165"/>
                </a:lnTo>
                <a:lnTo>
                  <a:pt x="3256" y="161"/>
                </a:lnTo>
                <a:lnTo>
                  <a:pt x="3256" y="160"/>
                </a:lnTo>
                <a:lnTo>
                  <a:pt x="3255" y="156"/>
                </a:lnTo>
                <a:lnTo>
                  <a:pt x="3254" y="155"/>
                </a:lnTo>
                <a:lnTo>
                  <a:pt x="3254" y="151"/>
                </a:lnTo>
                <a:lnTo>
                  <a:pt x="3254" y="150"/>
                </a:lnTo>
                <a:lnTo>
                  <a:pt x="3253" y="146"/>
                </a:lnTo>
                <a:lnTo>
                  <a:pt x="3253" y="145"/>
                </a:lnTo>
                <a:lnTo>
                  <a:pt x="3254" y="140"/>
                </a:lnTo>
                <a:lnTo>
                  <a:pt x="3254" y="140"/>
                </a:lnTo>
                <a:lnTo>
                  <a:pt x="3254" y="135"/>
                </a:lnTo>
                <a:lnTo>
                  <a:pt x="3255" y="134"/>
                </a:lnTo>
                <a:lnTo>
                  <a:pt x="3256" y="130"/>
                </a:lnTo>
                <a:lnTo>
                  <a:pt x="3256" y="129"/>
                </a:lnTo>
                <a:lnTo>
                  <a:pt x="3258" y="125"/>
                </a:lnTo>
                <a:lnTo>
                  <a:pt x="3258" y="124"/>
                </a:lnTo>
                <a:lnTo>
                  <a:pt x="3261" y="120"/>
                </a:lnTo>
                <a:lnTo>
                  <a:pt x="3261" y="120"/>
                </a:lnTo>
                <a:lnTo>
                  <a:pt x="3264" y="116"/>
                </a:lnTo>
                <a:lnTo>
                  <a:pt x="3265" y="116"/>
                </a:lnTo>
                <a:lnTo>
                  <a:pt x="3268" y="112"/>
                </a:lnTo>
                <a:lnTo>
                  <a:pt x="3268" y="112"/>
                </a:lnTo>
                <a:lnTo>
                  <a:pt x="3272" y="109"/>
                </a:lnTo>
                <a:lnTo>
                  <a:pt x="3273" y="108"/>
                </a:lnTo>
                <a:lnTo>
                  <a:pt x="3280" y="104"/>
                </a:lnTo>
                <a:lnTo>
                  <a:pt x="3280" y="104"/>
                </a:lnTo>
                <a:lnTo>
                  <a:pt x="3287" y="100"/>
                </a:lnTo>
                <a:lnTo>
                  <a:pt x="3288" y="99"/>
                </a:lnTo>
                <a:lnTo>
                  <a:pt x="3296" y="96"/>
                </a:lnTo>
                <a:lnTo>
                  <a:pt x="3296" y="96"/>
                </a:lnTo>
                <a:lnTo>
                  <a:pt x="3305" y="93"/>
                </a:lnTo>
                <a:lnTo>
                  <a:pt x="3305" y="93"/>
                </a:lnTo>
                <a:lnTo>
                  <a:pt x="3315" y="91"/>
                </a:lnTo>
                <a:lnTo>
                  <a:pt x="3315" y="91"/>
                </a:lnTo>
                <a:lnTo>
                  <a:pt x="3325" y="89"/>
                </a:lnTo>
                <a:lnTo>
                  <a:pt x="3325" y="89"/>
                </a:lnTo>
                <a:lnTo>
                  <a:pt x="3336" y="88"/>
                </a:lnTo>
                <a:lnTo>
                  <a:pt x="3336" y="88"/>
                </a:lnTo>
                <a:lnTo>
                  <a:pt x="3347" y="88"/>
                </a:lnTo>
                <a:lnTo>
                  <a:pt x="3348" y="88"/>
                </a:lnTo>
                <a:lnTo>
                  <a:pt x="3358" y="88"/>
                </a:lnTo>
                <a:lnTo>
                  <a:pt x="3359" y="88"/>
                </a:lnTo>
                <a:lnTo>
                  <a:pt x="3369" y="89"/>
                </a:lnTo>
                <a:lnTo>
                  <a:pt x="3369" y="89"/>
                </a:lnTo>
                <a:lnTo>
                  <a:pt x="3378" y="91"/>
                </a:lnTo>
                <a:lnTo>
                  <a:pt x="3379" y="91"/>
                </a:lnTo>
                <a:lnTo>
                  <a:pt x="3387" y="93"/>
                </a:lnTo>
                <a:lnTo>
                  <a:pt x="3388" y="93"/>
                </a:lnTo>
                <a:lnTo>
                  <a:pt x="3396" y="95"/>
                </a:lnTo>
                <a:lnTo>
                  <a:pt x="3396" y="96"/>
                </a:lnTo>
                <a:lnTo>
                  <a:pt x="3404" y="99"/>
                </a:lnTo>
                <a:lnTo>
                  <a:pt x="3404" y="99"/>
                </a:lnTo>
                <a:lnTo>
                  <a:pt x="3411" y="102"/>
                </a:lnTo>
                <a:lnTo>
                  <a:pt x="3411" y="103"/>
                </a:lnTo>
                <a:lnTo>
                  <a:pt x="3417" y="107"/>
                </a:lnTo>
                <a:lnTo>
                  <a:pt x="3418" y="107"/>
                </a:lnTo>
                <a:lnTo>
                  <a:pt x="3423" y="112"/>
                </a:lnTo>
                <a:lnTo>
                  <a:pt x="3423" y="113"/>
                </a:lnTo>
                <a:lnTo>
                  <a:pt x="3428" y="118"/>
                </a:lnTo>
                <a:lnTo>
                  <a:pt x="3429" y="119"/>
                </a:lnTo>
                <a:lnTo>
                  <a:pt x="3433" y="125"/>
                </a:lnTo>
                <a:lnTo>
                  <a:pt x="3433" y="125"/>
                </a:lnTo>
                <a:lnTo>
                  <a:pt x="3437" y="132"/>
                </a:lnTo>
                <a:lnTo>
                  <a:pt x="3438" y="133"/>
                </a:lnTo>
                <a:lnTo>
                  <a:pt x="3441" y="140"/>
                </a:lnTo>
                <a:lnTo>
                  <a:pt x="3441" y="141"/>
                </a:lnTo>
                <a:lnTo>
                  <a:pt x="3444" y="149"/>
                </a:lnTo>
                <a:lnTo>
                  <a:pt x="3444" y="149"/>
                </a:lnTo>
                <a:lnTo>
                  <a:pt x="3446" y="158"/>
                </a:lnTo>
                <a:lnTo>
                  <a:pt x="3447" y="159"/>
                </a:lnTo>
                <a:lnTo>
                  <a:pt x="3449" y="168"/>
                </a:lnTo>
                <a:lnTo>
                  <a:pt x="3443" y="164"/>
                </a:lnTo>
                <a:lnTo>
                  <a:pt x="3549" y="160"/>
                </a:lnTo>
                <a:lnTo>
                  <a:pt x="3544" y="166"/>
                </a:lnTo>
                <a:lnTo>
                  <a:pt x="3543" y="157"/>
                </a:lnTo>
                <a:lnTo>
                  <a:pt x="3543" y="157"/>
                </a:lnTo>
                <a:lnTo>
                  <a:pt x="3542" y="149"/>
                </a:lnTo>
                <a:lnTo>
                  <a:pt x="3542" y="149"/>
                </a:lnTo>
                <a:lnTo>
                  <a:pt x="3541" y="140"/>
                </a:lnTo>
                <a:lnTo>
                  <a:pt x="3541" y="141"/>
                </a:lnTo>
                <a:lnTo>
                  <a:pt x="3539" y="132"/>
                </a:lnTo>
                <a:lnTo>
                  <a:pt x="3539" y="133"/>
                </a:lnTo>
                <a:lnTo>
                  <a:pt x="3537" y="125"/>
                </a:lnTo>
                <a:lnTo>
                  <a:pt x="3538" y="125"/>
                </a:lnTo>
                <a:lnTo>
                  <a:pt x="3535" y="117"/>
                </a:lnTo>
                <a:lnTo>
                  <a:pt x="3535" y="117"/>
                </a:lnTo>
                <a:lnTo>
                  <a:pt x="3533" y="110"/>
                </a:lnTo>
                <a:lnTo>
                  <a:pt x="3533" y="110"/>
                </a:lnTo>
                <a:lnTo>
                  <a:pt x="3530" y="103"/>
                </a:lnTo>
                <a:lnTo>
                  <a:pt x="3530" y="103"/>
                </a:lnTo>
                <a:lnTo>
                  <a:pt x="3526" y="96"/>
                </a:lnTo>
                <a:lnTo>
                  <a:pt x="3526" y="96"/>
                </a:lnTo>
                <a:lnTo>
                  <a:pt x="3523" y="89"/>
                </a:lnTo>
                <a:lnTo>
                  <a:pt x="3523" y="89"/>
                </a:lnTo>
                <a:lnTo>
                  <a:pt x="3519" y="83"/>
                </a:lnTo>
                <a:lnTo>
                  <a:pt x="3519" y="83"/>
                </a:lnTo>
                <a:lnTo>
                  <a:pt x="3514" y="77"/>
                </a:lnTo>
                <a:lnTo>
                  <a:pt x="3514" y="77"/>
                </a:lnTo>
                <a:lnTo>
                  <a:pt x="3510" y="71"/>
                </a:lnTo>
                <a:lnTo>
                  <a:pt x="3510" y="71"/>
                </a:lnTo>
                <a:lnTo>
                  <a:pt x="3504" y="65"/>
                </a:lnTo>
                <a:lnTo>
                  <a:pt x="3505" y="65"/>
                </a:lnTo>
                <a:lnTo>
                  <a:pt x="3499" y="59"/>
                </a:lnTo>
                <a:lnTo>
                  <a:pt x="3499" y="59"/>
                </a:lnTo>
                <a:lnTo>
                  <a:pt x="3493" y="54"/>
                </a:lnTo>
                <a:lnTo>
                  <a:pt x="3493" y="54"/>
                </a:lnTo>
                <a:lnTo>
                  <a:pt x="3487" y="49"/>
                </a:lnTo>
                <a:lnTo>
                  <a:pt x="3487" y="49"/>
                </a:lnTo>
                <a:lnTo>
                  <a:pt x="3481" y="44"/>
                </a:lnTo>
                <a:lnTo>
                  <a:pt x="3481" y="44"/>
                </a:lnTo>
                <a:lnTo>
                  <a:pt x="3474" y="39"/>
                </a:lnTo>
                <a:lnTo>
                  <a:pt x="3474" y="39"/>
                </a:lnTo>
                <a:lnTo>
                  <a:pt x="3466" y="35"/>
                </a:lnTo>
                <a:lnTo>
                  <a:pt x="3467" y="35"/>
                </a:lnTo>
                <a:lnTo>
                  <a:pt x="3459" y="32"/>
                </a:lnTo>
                <a:lnTo>
                  <a:pt x="3459" y="32"/>
                </a:lnTo>
                <a:lnTo>
                  <a:pt x="3451" y="28"/>
                </a:lnTo>
                <a:lnTo>
                  <a:pt x="3451" y="28"/>
                </a:lnTo>
                <a:lnTo>
                  <a:pt x="3442" y="25"/>
                </a:lnTo>
                <a:lnTo>
                  <a:pt x="3443" y="25"/>
                </a:lnTo>
                <a:lnTo>
                  <a:pt x="3434" y="22"/>
                </a:lnTo>
                <a:lnTo>
                  <a:pt x="3434" y="22"/>
                </a:lnTo>
                <a:lnTo>
                  <a:pt x="3424" y="20"/>
                </a:lnTo>
                <a:lnTo>
                  <a:pt x="3425" y="20"/>
                </a:lnTo>
                <a:lnTo>
                  <a:pt x="3415" y="17"/>
                </a:lnTo>
                <a:lnTo>
                  <a:pt x="3415" y="17"/>
                </a:lnTo>
                <a:lnTo>
                  <a:pt x="3405" y="16"/>
                </a:lnTo>
                <a:lnTo>
                  <a:pt x="3405" y="16"/>
                </a:lnTo>
                <a:lnTo>
                  <a:pt x="3394" y="14"/>
                </a:lnTo>
                <a:lnTo>
                  <a:pt x="3394" y="14"/>
                </a:lnTo>
                <a:lnTo>
                  <a:pt x="3383" y="13"/>
                </a:lnTo>
                <a:lnTo>
                  <a:pt x="3384" y="13"/>
                </a:lnTo>
                <a:lnTo>
                  <a:pt x="3372" y="12"/>
                </a:lnTo>
                <a:lnTo>
                  <a:pt x="3372" y="12"/>
                </a:lnTo>
                <a:lnTo>
                  <a:pt x="3361" y="12"/>
                </a:lnTo>
                <a:lnTo>
                  <a:pt x="3361" y="12"/>
                </a:lnTo>
                <a:lnTo>
                  <a:pt x="3349" y="11"/>
                </a:lnTo>
                <a:lnTo>
                  <a:pt x="3349" y="11"/>
                </a:lnTo>
                <a:lnTo>
                  <a:pt x="3334" y="12"/>
                </a:lnTo>
                <a:lnTo>
                  <a:pt x="3334" y="12"/>
                </a:lnTo>
                <a:lnTo>
                  <a:pt x="3320" y="13"/>
                </a:lnTo>
                <a:lnTo>
                  <a:pt x="3320" y="13"/>
                </a:lnTo>
                <a:lnTo>
                  <a:pt x="3307" y="14"/>
                </a:lnTo>
                <a:lnTo>
                  <a:pt x="3307" y="14"/>
                </a:lnTo>
                <a:lnTo>
                  <a:pt x="3294" y="16"/>
                </a:lnTo>
                <a:lnTo>
                  <a:pt x="3294" y="16"/>
                </a:lnTo>
                <a:lnTo>
                  <a:pt x="3281" y="19"/>
                </a:lnTo>
                <a:lnTo>
                  <a:pt x="3282" y="19"/>
                </a:lnTo>
                <a:lnTo>
                  <a:pt x="3270" y="22"/>
                </a:lnTo>
                <a:lnTo>
                  <a:pt x="3270" y="22"/>
                </a:lnTo>
                <a:lnTo>
                  <a:pt x="3258" y="25"/>
                </a:lnTo>
                <a:lnTo>
                  <a:pt x="3259" y="25"/>
                </a:lnTo>
                <a:lnTo>
                  <a:pt x="3248" y="30"/>
                </a:lnTo>
                <a:lnTo>
                  <a:pt x="3248" y="29"/>
                </a:lnTo>
                <a:lnTo>
                  <a:pt x="3238" y="34"/>
                </a:lnTo>
                <a:lnTo>
                  <a:pt x="3238" y="34"/>
                </a:lnTo>
                <a:lnTo>
                  <a:pt x="3228" y="39"/>
                </a:lnTo>
                <a:lnTo>
                  <a:pt x="3229" y="39"/>
                </a:lnTo>
                <a:lnTo>
                  <a:pt x="3220" y="45"/>
                </a:lnTo>
                <a:lnTo>
                  <a:pt x="3220" y="45"/>
                </a:lnTo>
                <a:lnTo>
                  <a:pt x="3211" y="51"/>
                </a:lnTo>
                <a:lnTo>
                  <a:pt x="3212" y="51"/>
                </a:lnTo>
                <a:lnTo>
                  <a:pt x="3204" y="58"/>
                </a:lnTo>
                <a:lnTo>
                  <a:pt x="3204" y="57"/>
                </a:lnTo>
                <a:lnTo>
                  <a:pt x="3197" y="65"/>
                </a:lnTo>
                <a:lnTo>
                  <a:pt x="3197" y="65"/>
                </a:lnTo>
                <a:lnTo>
                  <a:pt x="3191" y="73"/>
                </a:lnTo>
                <a:lnTo>
                  <a:pt x="3191" y="72"/>
                </a:lnTo>
                <a:lnTo>
                  <a:pt x="3185" y="81"/>
                </a:lnTo>
                <a:lnTo>
                  <a:pt x="3185" y="81"/>
                </a:lnTo>
                <a:lnTo>
                  <a:pt x="3180" y="89"/>
                </a:lnTo>
                <a:lnTo>
                  <a:pt x="3180" y="89"/>
                </a:lnTo>
                <a:lnTo>
                  <a:pt x="3176" y="98"/>
                </a:lnTo>
                <a:lnTo>
                  <a:pt x="3176" y="98"/>
                </a:lnTo>
                <a:lnTo>
                  <a:pt x="3172" y="107"/>
                </a:lnTo>
                <a:lnTo>
                  <a:pt x="3172" y="107"/>
                </a:lnTo>
                <a:lnTo>
                  <a:pt x="3169" y="116"/>
                </a:lnTo>
                <a:lnTo>
                  <a:pt x="3169" y="115"/>
                </a:lnTo>
                <a:lnTo>
                  <a:pt x="3166" y="125"/>
                </a:lnTo>
                <a:lnTo>
                  <a:pt x="3167" y="124"/>
                </a:lnTo>
                <a:lnTo>
                  <a:pt x="3165" y="134"/>
                </a:lnTo>
                <a:lnTo>
                  <a:pt x="3165" y="134"/>
                </a:lnTo>
                <a:lnTo>
                  <a:pt x="3164" y="143"/>
                </a:lnTo>
                <a:lnTo>
                  <a:pt x="3164" y="143"/>
                </a:lnTo>
                <a:lnTo>
                  <a:pt x="3163" y="153"/>
                </a:lnTo>
                <a:lnTo>
                  <a:pt x="3163" y="153"/>
                </a:lnTo>
                <a:lnTo>
                  <a:pt x="3164" y="161"/>
                </a:lnTo>
                <a:lnTo>
                  <a:pt x="3164" y="160"/>
                </a:lnTo>
                <a:lnTo>
                  <a:pt x="3164" y="168"/>
                </a:lnTo>
                <a:lnTo>
                  <a:pt x="3164" y="168"/>
                </a:lnTo>
                <a:lnTo>
                  <a:pt x="3165" y="175"/>
                </a:lnTo>
                <a:lnTo>
                  <a:pt x="3165" y="175"/>
                </a:lnTo>
                <a:lnTo>
                  <a:pt x="3166" y="182"/>
                </a:lnTo>
                <a:lnTo>
                  <a:pt x="3166" y="182"/>
                </a:lnTo>
                <a:lnTo>
                  <a:pt x="3168" y="189"/>
                </a:lnTo>
                <a:lnTo>
                  <a:pt x="3168" y="189"/>
                </a:lnTo>
                <a:lnTo>
                  <a:pt x="3170" y="196"/>
                </a:lnTo>
                <a:lnTo>
                  <a:pt x="3170" y="195"/>
                </a:lnTo>
                <a:lnTo>
                  <a:pt x="3172" y="202"/>
                </a:lnTo>
                <a:lnTo>
                  <a:pt x="3172" y="202"/>
                </a:lnTo>
                <a:lnTo>
                  <a:pt x="3175" y="209"/>
                </a:lnTo>
                <a:lnTo>
                  <a:pt x="3175" y="209"/>
                </a:lnTo>
                <a:lnTo>
                  <a:pt x="3178" y="215"/>
                </a:lnTo>
                <a:lnTo>
                  <a:pt x="3178" y="215"/>
                </a:lnTo>
                <a:lnTo>
                  <a:pt x="3181" y="221"/>
                </a:lnTo>
                <a:lnTo>
                  <a:pt x="3181" y="221"/>
                </a:lnTo>
                <a:lnTo>
                  <a:pt x="3189" y="233"/>
                </a:lnTo>
                <a:lnTo>
                  <a:pt x="3189" y="233"/>
                </a:lnTo>
                <a:lnTo>
                  <a:pt x="3199" y="245"/>
                </a:lnTo>
                <a:lnTo>
                  <a:pt x="3198" y="244"/>
                </a:lnTo>
                <a:lnTo>
                  <a:pt x="3210" y="255"/>
                </a:lnTo>
                <a:lnTo>
                  <a:pt x="3209" y="255"/>
                </a:lnTo>
                <a:lnTo>
                  <a:pt x="3218" y="263"/>
                </a:lnTo>
                <a:lnTo>
                  <a:pt x="3218" y="262"/>
                </a:lnTo>
                <a:lnTo>
                  <a:pt x="3229" y="270"/>
                </a:lnTo>
                <a:lnTo>
                  <a:pt x="3229" y="269"/>
                </a:lnTo>
                <a:lnTo>
                  <a:pt x="3241" y="276"/>
                </a:lnTo>
                <a:lnTo>
                  <a:pt x="3241" y="276"/>
                </a:lnTo>
                <a:lnTo>
                  <a:pt x="3255" y="283"/>
                </a:lnTo>
                <a:lnTo>
                  <a:pt x="3254" y="283"/>
                </a:lnTo>
                <a:lnTo>
                  <a:pt x="3270" y="289"/>
                </a:lnTo>
                <a:lnTo>
                  <a:pt x="3270" y="289"/>
                </a:lnTo>
                <a:lnTo>
                  <a:pt x="3287" y="295"/>
                </a:lnTo>
                <a:lnTo>
                  <a:pt x="3287" y="295"/>
                </a:lnTo>
                <a:lnTo>
                  <a:pt x="3306" y="301"/>
                </a:lnTo>
                <a:lnTo>
                  <a:pt x="3306" y="301"/>
                </a:lnTo>
                <a:lnTo>
                  <a:pt x="3326" y="307"/>
                </a:lnTo>
                <a:lnTo>
                  <a:pt x="3380" y="321"/>
                </a:lnTo>
                <a:lnTo>
                  <a:pt x="3381" y="321"/>
                </a:lnTo>
                <a:lnTo>
                  <a:pt x="3399" y="326"/>
                </a:lnTo>
                <a:lnTo>
                  <a:pt x="3399" y="326"/>
                </a:lnTo>
                <a:lnTo>
                  <a:pt x="3411" y="330"/>
                </a:lnTo>
                <a:lnTo>
                  <a:pt x="3412" y="330"/>
                </a:lnTo>
                <a:lnTo>
                  <a:pt x="3424" y="335"/>
                </a:lnTo>
                <a:lnTo>
                  <a:pt x="3425" y="335"/>
                </a:lnTo>
                <a:lnTo>
                  <a:pt x="3435" y="341"/>
                </a:lnTo>
                <a:lnTo>
                  <a:pt x="3436" y="341"/>
                </a:lnTo>
                <a:lnTo>
                  <a:pt x="3444" y="347"/>
                </a:lnTo>
                <a:lnTo>
                  <a:pt x="3445" y="348"/>
                </a:lnTo>
                <a:lnTo>
                  <a:pt x="3448" y="351"/>
                </a:lnTo>
                <a:lnTo>
                  <a:pt x="3449" y="351"/>
                </a:lnTo>
                <a:lnTo>
                  <a:pt x="3452" y="355"/>
                </a:lnTo>
                <a:lnTo>
                  <a:pt x="3452" y="355"/>
                </a:lnTo>
                <a:lnTo>
                  <a:pt x="3457" y="362"/>
                </a:lnTo>
                <a:lnTo>
                  <a:pt x="3458" y="363"/>
                </a:lnTo>
                <a:lnTo>
                  <a:pt x="3459" y="367"/>
                </a:lnTo>
                <a:lnTo>
                  <a:pt x="3460" y="367"/>
                </a:lnTo>
                <a:lnTo>
                  <a:pt x="3461" y="371"/>
                </a:lnTo>
                <a:lnTo>
                  <a:pt x="3461" y="371"/>
                </a:lnTo>
                <a:lnTo>
                  <a:pt x="3462" y="375"/>
                </a:lnTo>
                <a:lnTo>
                  <a:pt x="3463" y="376"/>
                </a:lnTo>
                <a:lnTo>
                  <a:pt x="3463" y="380"/>
                </a:lnTo>
                <a:lnTo>
                  <a:pt x="3463" y="381"/>
                </a:lnTo>
                <a:lnTo>
                  <a:pt x="3464" y="385"/>
                </a:lnTo>
                <a:lnTo>
                  <a:pt x="3464" y="385"/>
                </a:lnTo>
                <a:lnTo>
                  <a:pt x="3464" y="390"/>
                </a:lnTo>
                <a:lnTo>
                  <a:pt x="3464" y="391"/>
                </a:lnTo>
                <a:lnTo>
                  <a:pt x="3464" y="398"/>
                </a:lnTo>
                <a:lnTo>
                  <a:pt x="3463" y="398"/>
                </a:lnTo>
                <a:lnTo>
                  <a:pt x="3462" y="405"/>
                </a:lnTo>
                <a:lnTo>
                  <a:pt x="3462" y="405"/>
                </a:lnTo>
                <a:lnTo>
                  <a:pt x="3460" y="412"/>
                </a:lnTo>
                <a:lnTo>
                  <a:pt x="3460" y="412"/>
                </a:lnTo>
                <a:lnTo>
                  <a:pt x="3457" y="419"/>
                </a:lnTo>
                <a:lnTo>
                  <a:pt x="3457" y="419"/>
                </a:lnTo>
                <a:lnTo>
                  <a:pt x="3453" y="426"/>
                </a:lnTo>
                <a:lnTo>
                  <a:pt x="3453" y="426"/>
                </a:lnTo>
                <a:lnTo>
                  <a:pt x="3448" y="432"/>
                </a:lnTo>
                <a:lnTo>
                  <a:pt x="3448" y="433"/>
                </a:lnTo>
                <a:lnTo>
                  <a:pt x="3443" y="438"/>
                </a:lnTo>
                <a:lnTo>
                  <a:pt x="3443" y="439"/>
                </a:lnTo>
                <a:lnTo>
                  <a:pt x="3437" y="444"/>
                </a:lnTo>
                <a:lnTo>
                  <a:pt x="3436" y="445"/>
                </a:lnTo>
                <a:lnTo>
                  <a:pt x="3429" y="450"/>
                </a:lnTo>
                <a:lnTo>
                  <a:pt x="3429" y="450"/>
                </a:lnTo>
                <a:lnTo>
                  <a:pt x="3421" y="454"/>
                </a:lnTo>
                <a:lnTo>
                  <a:pt x="3420" y="455"/>
                </a:lnTo>
                <a:lnTo>
                  <a:pt x="3412" y="458"/>
                </a:lnTo>
                <a:lnTo>
                  <a:pt x="3411" y="459"/>
                </a:lnTo>
                <a:lnTo>
                  <a:pt x="3402" y="462"/>
                </a:lnTo>
                <a:lnTo>
                  <a:pt x="3402" y="462"/>
                </a:lnTo>
                <a:lnTo>
                  <a:pt x="3392" y="464"/>
                </a:lnTo>
                <a:lnTo>
                  <a:pt x="3391" y="464"/>
                </a:lnTo>
                <a:lnTo>
                  <a:pt x="3380" y="466"/>
                </a:lnTo>
                <a:lnTo>
                  <a:pt x="3380" y="466"/>
                </a:lnTo>
                <a:lnTo>
                  <a:pt x="3368" y="467"/>
                </a:lnTo>
                <a:lnTo>
                  <a:pt x="3368" y="467"/>
                </a:lnTo>
                <a:lnTo>
                  <a:pt x="3356" y="467"/>
                </a:lnTo>
                <a:lnTo>
                  <a:pt x="3355" y="467"/>
                </a:lnTo>
                <a:lnTo>
                  <a:pt x="3344" y="467"/>
                </a:lnTo>
                <a:lnTo>
                  <a:pt x="3343" y="467"/>
                </a:lnTo>
                <a:lnTo>
                  <a:pt x="3332" y="466"/>
                </a:lnTo>
                <a:lnTo>
                  <a:pt x="3332" y="466"/>
                </a:lnTo>
                <a:lnTo>
                  <a:pt x="3321" y="464"/>
                </a:lnTo>
                <a:lnTo>
                  <a:pt x="3321" y="464"/>
                </a:lnTo>
                <a:lnTo>
                  <a:pt x="3311" y="461"/>
                </a:lnTo>
                <a:lnTo>
                  <a:pt x="3310" y="461"/>
                </a:lnTo>
                <a:lnTo>
                  <a:pt x="3301" y="457"/>
                </a:lnTo>
                <a:lnTo>
                  <a:pt x="3300" y="458"/>
                </a:lnTo>
                <a:lnTo>
                  <a:pt x="3292" y="453"/>
                </a:lnTo>
                <a:lnTo>
                  <a:pt x="3291" y="453"/>
                </a:lnTo>
                <a:lnTo>
                  <a:pt x="3283" y="448"/>
                </a:lnTo>
                <a:lnTo>
                  <a:pt x="3283" y="448"/>
                </a:lnTo>
                <a:lnTo>
                  <a:pt x="3275" y="442"/>
                </a:lnTo>
                <a:lnTo>
                  <a:pt x="3275" y="442"/>
                </a:lnTo>
                <a:lnTo>
                  <a:pt x="3268" y="435"/>
                </a:lnTo>
                <a:lnTo>
                  <a:pt x="3268" y="435"/>
                </a:lnTo>
                <a:lnTo>
                  <a:pt x="3261" y="427"/>
                </a:lnTo>
                <a:lnTo>
                  <a:pt x="3261" y="427"/>
                </a:lnTo>
                <a:lnTo>
                  <a:pt x="3255" y="419"/>
                </a:lnTo>
                <a:lnTo>
                  <a:pt x="3255" y="418"/>
                </a:lnTo>
                <a:lnTo>
                  <a:pt x="3250" y="409"/>
                </a:lnTo>
                <a:lnTo>
                  <a:pt x="3250" y="408"/>
                </a:lnTo>
                <a:lnTo>
                  <a:pt x="3246" y="398"/>
                </a:lnTo>
                <a:lnTo>
                  <a:pt x="3245" y="398"/>
                </a:lnTo>
                <a:lnTo>
                  <a:pt x="3242" y="387"/>
                </a:lnTo>
                <a:lnTo>
                  <a:pt x="3242" y="387"/>
                </a:lnTo>
                <a:lnTo>
                  <a:pt x="3238" y="375"/>
                </a:lnTo>
                <a:lnTo>
                  <a:pt x="3238" y="375"/>
                </a:lnTo>
                <a:lnTo>
                  <a:pt x="3235" y="362"/>
                </a:lnTo>
                <a:lnTo>
                  <a:pt x="3242" y="367"/>
                </a:lnTo>
                <a:lnTo>
                  <a:pt x="3138" y="377"/>
                </a:lnTo>
                <a:close/>
                <a:moveTo>
                  <a:pt x="4126" y="374"/>
                </a:moveTo>
                <a:lnTo>
                  <a:pt x="4127" y="375"/>
                </a:lnTo>
                <a:lnTo>
                  <a:pt x="4129" y="376"/>
                </a:lnTo>
                <a:lnTo>
                  <a:pt x="4130" y="378"/>
                </a:lnTo>
                <a:lnTo>
                  <a:pt x="4130" y="380"/>
                </a:lnTo>
                <a:lnTo>
                  <a:pt x="4130" y="382"/>
                </a:lnTo>
                <a:lnTo>
                  <a:pt x="4123" y="403"/>
                </a:lnTo>
                <a:lnTo>
                  <a:pt x="4123" y="403"/>
                </a:lnTo>
                <a:lnTo>
                  <a:pt x="4116" y="422"/>
                </a:lnTo>
                <a:lnTo>
                  <a:pt x="4116" y="423"/>
                </a:lnTo>
                <a:lnTo>
                  <a:pt x="4107" y="441"/>
                </a:lnTo>
                <a:lnTo>
                  <a:pt x="4107" y="441"/>
                </a:lnTo>
                <a:lnTo>
                  <a:pt x="4098" y="458"/>
                </a:lnTo>
                <a:lnTo>
                  <a:pt x="4097" y="459"/>
                </a:lnTo>
                <a:lnTo>
                  <a:pt x="4087" y="474"/>
                </a:lnTo>
                <a:lnTo>
                  <a:pt x="4087" y="474"/>
                </a:lnTo>
                <a:lnTo>
                  <a:pt x="4081" y="481"/>
                </a:lnTo>
                <a:lnTo>
                  <a:pt x="4081" y="482"/>
                </a:lnTo>
                <a:lnTo>
                  <a:pt x="4075" y="488"/>
                </a:lnTo>
                <a:lnTo>
                  <a:pt x="4075" y="489"/>
                </a:lnTo>
                <a:lnTo>
                  <a:pt x="4069" y="495"/>
                </a:lnTo>
                <a:lnTo>
                  <a:pt x="4069" y="495"/>
                </a:lnTo>
                <a:lnTo>
                  <a:pt x="4063" y="501"/>
                </a:lnTo>
                <a:lnTo>
                  <a:pt x="4063" y="501"/>
                </a:lnTo>
                <a:lnTo>
                  <a:pt x="4056" y="507"/>
                </a:lnTo>
                <a:lnTo>
                  <a:pt x="4056" y="507"/>
                </a:lnTo>
                <a:lnTo>
                  <a:pt x="4049" y="513"/>
                </a:lnTo>
                <a:lnTo>
                  <a:pt x="4049" y="513"/>
                </a:lnTo>
                <a:lnTo>
                  <a:pt x="4042" y="518"/>
                </a:lnTo>
                <a:lnTo>
                  <a:pt x="4042" y="518"/>
                </a:lnTo>
                <a:lnTo>
                  <a:pt x="4035" y="523"/>
                </a:lnTo>
                <a:lnTo>
                  <a:pt x="4034" y="523"/>
                </a:lnTo>
                <a:lnTo>
                  <a:pt x="4027" y="528"/>
                </a:lnTo>
                <a:lnTo>
                  <a:pt x="4027" y="528"/>
                </a:lnTo>
                <a:lnTo>
                  <a:pt x="4019" y="532"/>
                </a:lnTo>
                <a:lnTo>
                  <a:pt x="4019" y="532"/>
                </a:lnTo>
                <a:lnTo>
                  <a:pt x="4011" y="536"/>
                </a:lnTo>
                <a:lnTo>
                  <a:pt x="4010" y="536"/>
                </a:lnTo>
                <a:lnTo>
                  <a:pt x="4002" y="539"/>
                </a:lnTo>
                <a:lnTo>
                  <a:pt x="4002" y="540"/>
                </a:lnTo>
                <a:lnTo>
                  <a:pt x="3994" y="543"/>
                </a:lnTo>
                <a:lnTo>
                  <a:pt x="3993" y="543"/>
                </a:lnTo>
                <a:lnTo>
                  <a:pt x="3985" y="546"/>
                </a:lnTo>
                <a:lnTo>
                  <a:pt x="3984" y="546"/>
                </a:lnTo>
                <a:lnTo>
                  <a:pt x="3976" y="548"/>
                </a:lnTo>
                <a:lnTo>
                  <a:pt x="3975" y="548"/>
                </a:lnTo>
                <a:lnTo>
                  <a:pt x="3966" y="550"/>
                </a:lnTo>
                <a:lnTo>
                  <a:pt x="3966" y="550"/>
                </a:lnTo>
                <a:lnTo>
                  <a:pt x="3957" y="552"/>
                </a:lnTo>
                <a:lnTo>
                  <a:pt x="3956" y="552"/>
                </a:lnTo>
                <a:lnTo>
                  <a:pt x="3947" y="553"/>
                </a:lnTo>
                <a:lnTo>
                  <a:pt x="3947" y="553"/>
                </a:lnTo>
                <a:lnTo>
                  <a:pt x="3937" y="555"/>
                </a:lnTo>
                <a:lnTo>
                  <a:pt x="3937" y="555"/>
                </a:lnTo>
                <a:lnTo>
                  <a:pt x="3927" y="555"/>
                </a:lnTo>
                <a:lnTo>
                  <a:pt x="3927" y="555"/>
                </a:lnTo>
                <a:lnTo>
                  <a:pt x="3916" y="556"/>
                </a:lnTo>
                <a:lnTo>
                  <a:pt x="3916" y="556"/>
                </a:lnTo>
                <a:lnTo>
                  <a:pt x="3906" y="556"/>
                </a:lnTo>
                <a:lnTo>
                  <a:pt x="3906" y="556"/>
                </a:lnTo>
                <a:lnTo>
                  <a:pt x="3893" y="556"/>
                </a:lnTo>
                <a:lnTo>
                  <a:pt x="3892" y="556"/>
                </a:lnTo>
                <a:lnTo>
                  <a:pt x="3880" y="555"/>
                </a:lnTo>
                <a:lnTo>
                  <a:pt x="3879" y="555"/>
                </a:lnTo>
                <a:lnTo>
                  <a:pt x="3867" y="553"/>
                </a:lnTo>
                <a:lnTo>
                  <a:pt x="3867" y="553"/>
                </a:lnTo>
                <a:lnTo>
                  <a:pt x="3855" y="552"/>
                </a:lnTo>
                <a:lnTo>
                  <a:pt x="3855" y="552"/>
                </a:lnTo>
                <a:lnTo>
                  <a:pt x="3843" y="549"/>
                </a:lnTo>
                <a:lnTo>
                  <a:pt x="3842" y="549"/>
                </a:lnTo>
                <a:lnTo>
                  <a:pt x="3831" y="546"/>
                </a:lnTo>
                <a:lnTo>
                  <a:pt x="3831" y="546"/>
                </a:lnTo>
                <a:lnTo>
                  <a:pt x="3819" y="542"/>
                </a:lnTo>
                <a:lnTo>
                  <a:pt x="3819" y="542"/>
                </a:lnTo>
                <a:lnTo>
                  <a:pt x="3808" y="538"/>
                </a:lnTo>
                <a:lnTo>
                  <a:pt x="3808" y="538"/>
                </a:lnTo>
                <a:lnTo>
                  <a:pt x="3797" y="533"/>
                </a:lnTo>
                <a:lnTo>
                  <a:pt x="3797" y="533"/>
                </a:lnTo>
                <a:lnTo>
                  <a:pt x="3786" y="527"/>
                </a:lnTo>
                <a:lnTo>
                  <a:pt x="3786" y="527"/>
                </a:lnTo>
                <a:lnTo>
                  <a:pt x="3776" y="521"/>
                </a:lnTo>
                <a:lnTo>
                  <a:pt x="3776" y="521"/>
                </a:lnTo>
                <a:lnTo>
                  <a:pt x="3766" y="515"/>
                </a:lnTo>
                <a:lnTo>
                  <a:pt x="3766" y="515"/>
                </a:lnTo>
                <a:lnTo>
                  <a:pt x="3756" y="508"/>
                </a:lnTo>
                <a:lnTo>
                  <a:pt x="3756" y="507"/>
                </a:lnTo>
                <a:lnTo>
                  <a:pt x="3747" y="500"/>
                </a:lnTo>
                <a:lnTo>
                  <a:pt x="3747" y="500"/>
                </a:lnTo>
                <a:lnTo>
                  <a:pt x="3738" y="492"/>
                </a:lnTo>
                <a:lnTo>
                  <a:pt x="3738" y="492"/>
                </a:lnTo>
                <a:lnTo>
                  <a:pt x="3729" y="483"/>
                </a:lnTo>
                <a:lnTo>
                  <a:pt x="3729" y="483"/>
                </a:lnTo>
                <a:lnTo>
                  <a:pt x="3721" y="474"/>
                </a:lnTo>
                <a:lnTo>
                  <a:pt x="3721" y="473"/>
                </a:lnTo>
                <a:lnTo>
                  <a:pt x="3713" y="464"/>
                </a:lnTo>
                <a:lnTo>
                  <a:pt x="3713" y="463"/>
                </a:lnTo>
                <a:lnTo>
                  <a:pt x="3706" y="453"/>
                </a:lnTo>
                <a:lnTo>
                  <a:pt x="3706" y="453"/>
                </a:lnTo>
                <a:lnTo>
                  <a:pt x="3699" y="443"/>
                </a:lnTo>
                <a:lnTo>
                  <a:pt x="3699" y="442"/>
                </a:lnTo>
                <a:lnTo>
                  <a:pt x="3693" y="432"/>
                </a:lnTo>
                <a:lnTo>
                  <a:pt x="3693" y="431"/>
                </a:lnTo>
                <a:lnTo>
                  <a:pt x="3687" y="420"/>
                </a:lnTo>
                <a:lnTo>
                  <a:pt x="3687" y="420"/>
                </a:lnTo>
                <a:lnTo>
                  <a:pt x="3682" y="408"/>
                </a:lnTo>
                <a:lnTo>
                  <a:pt x="3682" y="408"/>
                </a:lnTo>
                <a:lnTo>
                  <a:pt x="3677" y="396"/>
                </a:lnTo>
                <a:lnTo>
                  <a:pt x="3677" y="396"/>
                </a:lnTo>
                <a:lnTo>
                  <a:pt x="3673" y="383"/>
                </a:lnTo>
                <a:lnTo>
                  <a:pt x="3673" y="383"/>
                </a:lnTo>
                <a:lnTo>
                  <a:pt x="3669" y="370"/>
                </a:lnTo>
                <a:lnTo>
                  <a:pt x="3669" y="370"/>
                </a:lnTo>
                <a:lnTo>
                  <a:pt x="3667" y="356"/>
                </a:lnTo>
                <a:lnTo>
                  <a:pt x="3667" y="356"/>
                </a:lnTo>
                <a:lnTo>
                  <a:pt x="3664" y="342"/>
                </a:lnTo>
                <a:lnTo>
                  <a:pt x="3664" y="342"/>
                </a:lnTo>
                <a:lnTo>
                  <a:pt x="3662" y="328"/>
                </a:lnTo>
                <a:lnTo>
                  <a:pt x="3662" y="328"/>
                </a:lnTo>
                <a:lnTo>
                  <a:pt x="3661" y="313"/>
                </a:lnTo>
                <a:lnTo>
                  <a:pt x="3661" y="313"/>
                </a:lnTo>
                <a:lnTo>
                  <a:pt x="3660" y="298"/>
                </a:lnTo>
                <a:lnTo>
                  <a:pt x="3660" y="298"/>
                </a:lnTo>
                <a:lnTo>
                  <a:pt x="3660" y="283"/>
                </a:lnTo>
                <a:lnTo>
                  <a:pt x="3660" y="282"/>
                </a:lnTo>
                <a:lnTo>
                  <a:pt x="3660" y="266"/>
                </a:lnTo>
                <a:lnTo>
                  <a:pt x="3660" y="266"/>
                </a:lnTo>
                <a:lnTo>
                  <a:pt x="3661" y="250"/>
                </a:lnTo>
                <a:lnTo>
                  <a:pt x="3661" y="250"/>
                </a:lnTo>
                <a:lnTo>
                  <a:pt x="3662" y="235"/>
                </a:lnTo>
                <a:lnTo>
                  <a:pt x="3662" y="235"/>
                </a:lnTo>
                <a:lnTo>
                  <a:pt x="3664" y="220"/>
                </a:lnTo>
                <a:lnTo>
                  <a:pt x="3664" y="220"/>
                </a:lnTo>
                <a:lnTo>
                  <a:pt x="3667" y="205"/>
                </a:lnTo>
                <a:lnTo>
                  <a:pt x="3667" y="205"/>
                </a:lnTo>
                <a:lnTo>
                  <a:pt x="3669" y="191"/>
                </a:lnTo>
                <a:lnTo>
                  <a:pt x="3669" y="191"/>
                </a:lnTo>
                <a:lnTo>
                  <a:pt x="3673" y="177"/>
                </a:lnTo>
                <a:lnTo>
                  <a:pt x="3673" y="177"/>
                </a:lnTo>
                <a:lnTo>
                  <a:pt x="3677" y="164"/>
                </a:lnTo>
                <a:lnTo>
                  <a:pt x="3677" y="164"/>
                </a:lnTo>
                <a:lnTo>
                  <a:pt x="3681" y="151"/>
                </a:lnTo>
                <a:lnTo>
                  <a:pt x="3682" y="151"/>
                </a:lnTo>
                <a:lnTo>
                  <a:pt x="3687" y="139"/>
                </a:lnTo>
                <a:lnTo>
                  <a:pt x="3687" y="138"/>
                </a:lnTo>
                <a:lnTo>
                  <a:pt x="3692" y="127"/>
                </a:lnTo>
                <a:lnTo>
                  <a:pt x="3693" y="126"/>
                </a:lnTo>
                <a:lnTo>
                  <a:pt x="3699" y="115"/>
                </a:lnTo>
                <a:lnTo>
                  <a:pt x="3699" y="115"/>
                </a:lnTo>
                <a:lnTo>
                  <a:pt x="3705" y="104"/>
                </a:lnTo>
                <a:lnTo>
                  <a:pt x="3706" y="104"/>
                </a:lnTo>
                <a:lnTo>
                  <a:pt x="3713" y="94"/>
                </a:lnTo>
                <a:lnTo>
                  <a:pt x="3713" y="94"/>
                </a:lnTo>
                <a:lnTo>
                  <a:pt x="3721" y="84"/>
                </a:lnTo>
                <a:lnTo>
                  <a:pt x="3721" y="83"/>
                </a:lnTo>
                <a:lnTo>
                  <a:pt x="3729" y="74"/>
                </a:lnTo>
                <a:lnTo>
                  <a:pt x="3729" y="74"/>
                </a:lnTo>
                <a:lnTo>
                  <a:pt x="3738" y="65"/>
                </a:lnTo>
                <a:lnTo>
                  <a:pt x="3738" y="65"/>
                </a:lnTo>
                <a:lnTo>
                  <a:pt x="3747" y="57"/>
                </a:lnTo>
                <a:lnTo>
                  <a:pt x="3747" y="57"/>
                </a:lnTo>
                <a:lnTo>
                  <a:pt x="3757" y="49"/>
                </a:lnTo>
                <a:lnTo>
                  <a:pt x="3757" y="49"/>
                </a:lnTo>
                <a:lnTo>
                  <a:pt x="3767" y="42"/>
                </a:lnTo>
                <a:lnTo>
                  <a:pt x="3767" y="42"/>
                </a:lnTo>
                <a:lnTo>
                  <a:pt x="3777" y="35"/>
                </a:lnTo>
                <a:lnTo>
                  <a:pt x="3777" y="35"/>
                </a:lnTo>
                <a:lnTo>
                  <a:pt x="3787" y="29"/>
                </a:lnTo>
                <a:lnTo>
                  <a:pt x="3788" y="29"/>
                </a:lnTo>
                <a:lnTo>
                  <a:pt x="3798" y="23"/>
                </a:lnTo>
                <a:lnTo>
                  <a:pt x="3799" y="23"/>
                </a:lnTo>
                <a:lnTo>
                  <a:pt x="3810" y="18"/>
                </a:lnTo>
                <a:lnTo>
                  <a:pt x="3810" y="18"/>
                </a:lnTo>
                <a:lnTo>
                  <a:pt x="3821" y="14"/>
                </a:lnTo>
                <a:lnTo>
                  <a:pt x="3822" y="14"/>
                </a:lnTo>
                <a:lnTo>
                  <a:pt x="3833" y="10"/>
                </a:lnTo>
                <a:lnTo>
                  <a:pt x="3834" y="10"/>
                </a:lnTo>
                <a:lnTo>
                  <a:pt x="3846" y="7"/>
                </a:lnTo>
                <a:lnTo>
                  <a:pt x="3846" y="7"/>
                </a:lnTo>
                <a:lnTo>
                  <a:pt x="3858" y="4"/>
                </a:lnTo>
                <a:lnTo>
                  <a:pt x="3858" y="4"/>
                </a:lnTo>
                <a:lnTo>
                  <a:pt x="3871" y="2"/>
                </a:lnTo>
                <a:lnTo>
                  <a:pt x="3871" y="2"/>
                </a:lnTo>
                <a:lnTo>
                  <a:pt x="3884" y="1"/>
                </a:lnTo>
                <a:lnTo>
                  <a:pt x="3885" y="1"/>
                </a:lnTo>
                <a:lnTo>
                  <a:pt x="3898" y="0"/>
                </a:lnTo>
                <a:lnTo>
                  <a:pt x="3898" y="0"/>
                </a:lnTo>
                <a:lnTo>
                  <a:pt x="3912" y="0"/>
                </a:lnTo>
                <a:lnTo>
                  <a:pt x="3912" y="0"/>
                </a:lnTo>
                <a:lnTo>
                  <a:pt x="3924" y="0"/>
                </a:lnTo>
                <a:lnTo>
                  <a:pt x="3924" y="0"/>
                </a:lnTo>
                <a:lnTo>
                  <a:pt x="3936" y="1"/>
                </a:lnTo>
                <a:lnTo>
                  <a:pt x="3936" y="1"/>
                </a:lnTo>
                <a:lnTo>
                  <a:pt x="3947" y="2"/>
                </a:lnTo>
                <a:lnTo>
                  <a:pt x="3948" y="2"/>
                </a:lnTo>
                <a:lnTo>
                  <a:pt x="3959" y="3"/>
                </a:lnTo>
                <a:lnTo>
                  <a:pt x="3959" y="3"/>
                </a:lnTo>
                <a:lnTo>
                  <a:pt x="3970" y="5"/>
                </a:lnTo>
                <a:lnTo>
                  <a:pt x="3970" y="5"/>
                </a:lnTo>
                <a:lnTo>
                  <a:pt x="3981" y="8"/>
                </a:lnTo>
                <a:lnTo>
                  <a:pt x="3981" y="8"/>
                </a:lnTo>
                <a:lnTo>
                  <a:pt x="3991" y="11"/>
                </a:lnTo>
                <a:lnTo>
                  <a:pt x="3992" y="11"/>
                </a:lnTo>
                <a:lnTo>
                  <a:pt x="4002" y="14"/>
                </a:lnTo>
                <a:lnTo>
                  <a:pt x="4002" y="14"/>
                </a:lnTo>
                <a:lnTo>
                  <a:pt x="4011" y="18"/>
                </a:lnTo>
                <a:lnTo>
                  <a:pt x="4012" y="18"/>
                </a:lnTo>
                <a:lnTo>
                  <a:pt x="4021" y="22"/>
                </a:lnTo>
                <a:lnTo>
                  <a:pt x="4021" y="22"/>
                </a:lnTo>
                <a:lnTo>
                  <a:pt x="4030" y="27"/>
                </a:lnTo>
                <a:lnTo>
                  <a:pt x="4031" y="27"/>
                </a:lnTo>
                <a:lnTo>
                  <a:pt x="4040" y="32"/>
                </a:lnTo>
                <a:lnTo>
                  <a:pt x="4040" y="33"/>
                </a:lnTo>
                <a:lnTo>
                  <a:pt x="4048" y="38"/>
                </a:lnTo>
                <a:lnTo>
                  <a:pt x="4049" y="38"/>
                </a:lnTo>
                <a:lnTo>
                  <a:pt x="4057" y="44"/>
                </a:lnTo>
                <a:lnTo>
                  <a:pt x="4057" y="45"/>
                </a:lnTo>
                <a:lnTo>
                  <a:pt x="4065" y="52"/>
                </a:lnTo>
                <a:lnTo>
                  <a:pt x="4065" y="52"/>
                </a:lnTo>
                <a:lnTo>
                  <a:pt x="4072" y="59"/>
                </a:lnTo>
                <a:lnTo>
                  <a:pt x="4073" y="59"/>
                </a:lnTo>
                <a:lnTo>
                  <a:pt x="4081" y="68"/>
                </a:lnTo>
                <a:lnTo>
                  <a:pt x="4082" y="68"/>
                </a:lnTo>
                <a:lnTo>
                  <a:pt x="4090" y="78"/>
                </a:lnTo>
                <a:lnTo>
                  <a:pt x="4090" y="78"/>
                </a:lnTo>
                <a:lnTo>
                  <a:pt x="4098" y="89"/>
                </a:lnTo>
                <a:lnTo>
                  <a:pt x="4098" y="89"/>
                </a:lnTo>
                <a:lnTo>
                  <a:pt x="4105" y="101"/>
                </a:lnTo>
                <a:lnTo>
                  <a:pt x="4105" y="101"/>
                </a:lnTo>
                <a:lnTo>
                  <a:pt x="4112" y="114"/>
                </a:lnTo>
                <a:lnTo>
                  <a:pt x="4112" y="114"/>
                </a:lnTo>
                <a:lnTo>
                  <a:pt x="4118" y="127"/>
                </a:lnTo>
                <a:lnTo>
                  <a:pt x="4118" y="128"/>
                </a:lnTo>
                <a:lnTo>
                  <a:pt x="4123" y="142"/>
                </a:lnTo>
                <a:lnTo>
                  <a:pt x="4123" y="142"/>
                </a:lnTo>
                <a:lnTo>
                  <a:pt x="4128" y="158"/>
                </a:lnTo>
                <a:lnTo>
                  <a:pt x="4128" y="159"/>
                </a:lnTo>
                <a:lnTo>
                  <a:pt x="4128" y="161"/>
                </a:lnTo>
                <a:lnTo>
                  <a:pt x="4127" y="163"/>
                </a:lnTo>
                <a:lnTo>
                  <a:pt x="4126" y="164"/>
                </a:lnTo>
                <a:lnTo>
                  <a:pt x="4124" y="165"/>
                </a:lnTo>
                <a:lnTo>
                  <a:pt x="4019" y="190"/>
                </a:lnTo>
                <a:lnTo>
                  <a:pt x="4017" y="190"/>
                </a:lnTo>
                <a:lnTo>
                  <a:pt x="4016" y="190"/>
                </a:lnTo>
                <a:lnTo>
                  <a:pt x="4014" y="189"/>
                </a:lnTo>
                <a:lnTo>
                  <a:pt x="4013" y="188"/>
                </a:lnTo>
                <a:lnTo>
                  <a:pt x="4012" y="186"/>
                </a:lnTo>
                <a:lnTo>
                  <a:pt x="4010" y="176"/>
                </a:lnTo>
                <a:lnTo>
                  <a:pt x="4010" y="176"/>
                </a:lnTo>
                <a:lnTo>
                  <a:pt x="4006" y="167"/>
                </a:lnTo>
                <a:lnTo>
                  <a:pt x="4007" y="167"/>
                </a:lnTo>
                <a:lnTo>
                  <a:pt x="4003" y="159"/>
                </a:lnTo>
                <a:lnTo>
                  <a:pt x="4003" y="159"/>
                </a:lnTo>
                <a:lnTo>
                  <a:pt x="3998" y="151"/>
                </a:lnTo>
                <a:lnTo>
                  <a:pt x="3999" y="151"/>
                </a:lnTo>
                <a:lnTo>
                  <a:pt x="3993" y="143"/>
                </a:lnTo>
                <a:lnTo>
                  <a:pt x="3994" y="144"/>
                </a:lnTo>
                <a:lnTo>
                  <a:pt x="3988" y="137"/>
                </a:lnTo>
                <a:lnTo>
                  <a:pt x="3988" y="137"/>
                </a:lnTo>
                <a:lnTo>
                  <a:pt x="3982" y="130"/>
                </a:lnTo>
                <a:lnTo>
                  <a:pt x="3982" y="131"/>
                </a:lnTo>
                <a:lnTo>
                  <a:pt x="3975" y="125"/>
                </a:lnTo>
                <a:lnTo>
                  <a:pt x="3975" y="125"/>
                </a:lnTo>
                <a:lnTo>
                  <a:pt x="3968" y="120"/>
                </a:lnTo>
                <a:lnTo>
                  <a:pt x="3968" y="120"/>
                </a:lnTo>
                <a:lnTo>
                  <a:pt x="3960" y="115"/>
                </a:lnTo>
                <a:lnTo>
                  <a:pt x="3961" y="115"/>
                </a:lnTo>
                <a:lnTo>
                  <a:pt x="3952" y="111"/>
                </a:lnTo>
                <a:lnTo>
                  <a:pt x="3953" y="112"/>
                </a:lnTo>
                <a:lnTo>
                  <a:pt x="3944" y="108"/>
                </a:lnTo>
                <a:lnTo>
                  <a:pt x="3944" y="108"/>
                </a:lnTo>
                <a:lnTo>
                  <a:pt x="3935" y="106"/>
                </a:lnTo>
                <a:lnTo>
                  <a:pt x="3936" y="106"/>
                </a:lnTo>
                <a:lnTo>
                  <a:pt x="3926" y="104"/>
                </a:lnTo>
                <a:lnTo>
                  <a:pt x="3926" y="104"/>
                </a:lnTo>
                <a:lnTo>
                  <a:pt x="3916" y="103"/>
                </a:lnTo>
                <a:lnTo>
                  <a:pt x="3917" y="103"/>
                </a:lnTo>
                <a:lnTo>
                  <a:pt x="3906" y="103"/>
                </a:lnTo>
                <a:lnTo>
                  <a:pt x="3907" y="103"/>
                </a:lnTo>
                <a:lnTo>
                  <a:pt x="3900" y="103"/>
                </a:lnTo>
                <a:lnTo>
                  <a:pt x="3900" y="103"/>
                </a:lnTo>
                <a:lnTo>
                  <a:pt x="3893" y="103"/>
                </a:lnTo>
                <a:lnTo>
                  <a:pt x="3893" y="103"/>
                </a:lnTo>
                <a:lnTo>
                  <a:pt x="3886" y="104"/>
                </a:lnTo>
                <a:lnTo>
                  <a:pt x="3887" y="104"/>
                </a:lnTo>
                <a:lnTo>
                  <a:pt x="3880" y="105"/>
                </a:lnTo>
                <a:lnTo>
                  <a:pt x="3880" y="105"/>
                </a:lnTo>
                <a:lnTo>
                  <a:pt x="3873" y="107"/>
                </a:lnTo>
                <a:lnTo>
                  <a:pt x="3874" y="107"/>
                </a:lnTo>
                <a:lnTo>
                  <a:pt x="3867" y="109"/>
                </a:lnTo>
                <a:lnTo>
                  <a:pt x="3868" y="108"/>
                </a:lnTo>
                <a:lnTo>
                  <a:pt x="3856" y="113"/>
                </a:lnTo>
                <a:lnTo>
                  <a:pt x="3856" y="113"/>
                </a:lnTo>
                <a:lnTo>
                  <a:pt x="3845" y="119"/>
                </a:lnTo>
                <a:lnTo>
                  <a:pt x="3845" y="118"/>
                </a:lnTo>
                <a:lnTo>
                  <a:pt x="3835" y="125"/>
                </a:lnTo>
                <a:lnTo>
                  <a:pt x="3835" y="125"/>
                </a:lnTo>
                <a:lnTo>
                  <a:pt x="3825" y="134"/>
                </a:lnTo>
                <a:lnTo>
                  <a:pt x="3825" y="133"/>
                </a:lnTo>
                <a:lnTo>
                  <a:pt x="3816" y="143"/>
                </a:lnTo>
                <a:lnTo>
                  <a:pt x="3816" y="143"/>
                </a:lnTo>
                <a:lnTo>
                  <a:pt x="3812" y="148"/>
                </a:lnTo>
                <a:lnTo>
                  <a:pt x="3812" y="148"/>
                </a:lnTo>
                <a:lnTo>
                  <a:pt x="3808" y="154"/>
                </a:lnTo>
                <a:lnTo>
                  <a:pt x="3808" y="153"/>
                </a:lnTo>
                <a:lnTo>
                  <a:pt x="3804" y="160"/>
                </a:lnTo>
                <a:lnTo>
                  <a:pt x="3804" y="159"/>
                </a:lnTo>
                <a:lnTo>
                  <a:pt x="3801" y="166"/>
                </a:lnTo>
                <a:lnTo>
                  <a:pt x="3801" y="166"/>
                </a:lnTo>
                <a:lnTo>
                  <a:pt x="3798" y="173"/>
                </a:lnTo>
                <a:lnTo>
                  <a:pt x="3798" y="173"/>
                </a:lnTo>
                <a:lnTo>
                  <a:pt x="3795" y="180"/>
                </a:lnTo>
                <a:lnTo>
                  <a:pt x="3795" y="180"/>
                </a:lnTo>
                <a:lnTo>
                  <a:pt x="3792" y="188"/>
                </a:lnTo>
                <a:lnTo>
                  <a:pt x="3792" y="187"/>
                </a:lnTo>
                <a:lnTo>
                  <a:pt x="3790" y="196"/>
                </a:lnTo>
                <a:lnTo>
                  <a:pt x="3790" y="195"/>
                </a:lnTo>
                <a:lnTo>
                  <a:pt x="3788" y="204"/>
                </a:lnTo>
                <a:lnTo>
                  <a:pt x="3788" y="204"/>
                </a:lnTo>
                <a:lnTo>
                  <a:pt x="3786" y="213"/>
                </a:lnTo>
                <a:lnTo>
                  <a:pt x="3786" y="213"/>
                </a:lnTo>
                <a:lnTo>
                  <a:pt x="3784" y="222"/>
                </a:lnTo>
                <a:lnTo>
                  <a:pt x="3784" y="222"/>
                </a:lnTo>
                <a:lnTo>
                  <a:pt x="3783" y="232"/>
                </a:lnTo>
                <a:lnTo>
                  <a:pt x="3783" y="232"/>
                </a:lnTo>
                <a:lnTo>
                  <a:pt x="3782" y="242"/>
                </a:lnTo>
                <a:lnTo>
                  <a:pt x="3782" y="242"/>
                </a:lnTo>
                <a:lnTo>
                  <a:pt x="3781" y="253"/>
                </a:lnTo>
                <a:lnTo>
                  <a:pt x="3781" y="253"/>
                </a:lnTo>
                <a:lnTo>
                  <a:pt x="3781" y="264"/>
                </a:lnTo>
                <a:lnTo>
                  <a:pt x="3781" y="264"/>
                </a:lnTo>
                <a:lnTo>
                  <a:pt x="3781" y="275"/>
                </a:lnTo>
                <a:lnTo>
                  <a:pt x="3781" y="275"/>
                </a:lnTo>
                <a:lnTo>
                  <a:pt x="3781" y="299"/>
                </a:lnTo>
                <a:lnTo>
                  <a:pt x="3781" y="299"/>
                </a:lnTo>
                <a:lnTo>
                  <a:pt x="3782" y="310"/>
                </a:lnTo>
                <a:lnTo>
                  <a:pt x="3782" y="310"/>
                </a:lnTo>
                <a:lnTo>
                  <a:pt x="3783" y="321"/>
                </a:lnTo>
                <a:lnTo>
                  <a:pt x="3783" y="321"/>
                </a:lnTo>
                <a:lnTo>
                  <a:pt x="3784" y="332"/>
                </a:lnTo>
                <a:lnTo>
                  <a:pt x="3784" y="331"/>
                </a:lnTo>
                <a:lnTo>
                  <a:pt x="3786" y="341"/>
                </a:lnTo>
                <a:lnTo>
                  <a:pt x="3786" y="341"/>
                </a:lnTo>
                <a:lnTo>
                  <a:pt x="3788" y="351"/>
                </a:lnTo>
                <a:lnTo>
                  <a:pt x="3788" y="351"/>
                </a:lnTo>
                <a:lnTo>
                  <a:pt x="3790" y="360"/>
                </a:lnTo>
                <a:lnTo>
                  <a:pt x="3790" y="360"/>
                </a:lnTo>
                <a:lnTo>
                  <a:pt x="3792" y="368"/>
                </a:lnTo>
                <a:lnTo>
                  <a:pt x="3792" y="368"/>
                </a:lnTo>
                <a:lnTo>
                  <a:pt x="3795" y="376"/>
                </a:lnTo>
                <a:lnTo>
                  <a:pt x="3795" y="376"/>
                </a:lnTo>
                <a:lnTo>
                  <a:pt x="3798" y="384"/>
                </a:lnTo>
                <a:lnTo>
                  <a:pt x="3798" y="383"/>
                </a:lnTo>
                <a:lnTo>
                  <a:pt x="3801" y="391"/>
                </a:lnTo>
                <a:lnTo>
                  <a:pt x="3801" y="391"/>
                </a:lnTo>
                <a:lnTo>
                  <a:pt x="3804" y="397"/>
                </a:lnTo>
                <a:lnTo>
                  <a:pt x="3804" y="397"/>
                </a:lnTo>
                <a:lnTo>
                  <a:pt x="3808" y="404"/>
                </a:lnTo>
                <a:lnTo>
                  <a:pt x="3807" y="403"/>
                </a:lnTo>
                <a:lnTo>
                  <a:pt x="3811" y="409"/>
                </a:lnTo>
                <a:lnTo>
                  <a:pt x="3811" y="409"/>
                </a:lnTo>
                <a:lnTo>
                  <a:pt x="3816" y="414"/>
                </a:lnTo>
                <a:lnTo>
                  <a:pt x="3815" y="414"/>
                </a:lnTo>
                <a:lnTo>
                  <a:pt x="3825" y="424"/>
                </a:lnTo>
                <a:lnTo>
                  <a:pt x="3824" y="423"/>
                </a:lnTo>
                <a:lnTo>
                  <a:pt x="3834" y="432"/>
                </a:lnTo>
                <a:lnTo>
                  <a:pt x="3834" y="432"/>
                </a:lnTo>
                <a:lnTo>
                  <a:pt x="3844" y="439"/>
                </a:lnTo>
                <a:lnTo>
                  <a:pt x="3844" y="439"/>
                </a:lnTo>
                <a:lnTo>
                  <a:pt x="3855" y="445"/>
                </a:lnTo>
                <a:lnTo>
                  <a:pt x="3854" y="444"/>
                </a:lnTo>
                <a:lnTo>
                  <a:pt x="3866" y="449"/>
                </a:lnTo>
                <a:lnTo>
                  <a:pt x="3866" y="449"/>
                </a:lnTo>
                <a:lnTo>
                  <a:pt x="3872" y="451"/>
                </a:lnTo>
                <a:lnTo>
                  <a:pt x="3872" y="450"/>
                </a:lnTo>
                <a:lnTo>
                  <a:pt x="3878" y="452"/>
                </a:lnTo>
                <a:lnTo>
                  <a:pt x="3878" y="452"/>
                </a:lnTo>
                <a:lnTo>
                  <a:pt x="3885" y="453"/>
                </a:lnTo>
                <a:lnTo>
                  <a:pt x="3884" y="453"/>
                </a:lnTo>
                <a:lnTo>
                  <a:pt x="3891" y="454"/>
                </a:lnTo>
                <a:lnTo>
                  <a:pt x="3891" y="454"/>
                </a:lnTo>
                <a:lnTo>
                  <a:pt x="3898" y="455"/>
                </a:lnTo>
                <a:lnTo>
                  <a:pt x="3897" y="455"/>
                </a:lnTo>
                <a:lnTo>
                  <a:pt x="3904" y="455"/>
                </a:lnTo>
                <a:lnTo>
                  <a:pt x="3904" y="455"/>
                </a:lnTo>
                <a:lnTo>
                  <a:pt x="3914" y="454"/>
                </a:lnTo>
                <a:lnTo>
                  <a:pt x="3914" y="454"/>
                </a:lnTo>
                <a:lnTo>
                  <a:pt x="3924" y="453"/>
                </a:lnTo>
                <a:lnTo>
                  <a:pt x="3924" y="453"/>
                </a:lnTo>
                <a:lnTo>
                  <a:pt x="3933" y="451"/>
                </a:lnTo>
                <a:lnTo>
                  <a:pt x="3933" y="451"/>
                </a:lnTo>
                <a:lnTo>
                  <a:pt x="3942" y="448"/>
                </a:lnTo>
                <a:lnTo>
                  <a:pt x="3942" y="448"/>
                </a:lnTo>
                <a:lnTo>
                  <a:pt x="3950" y="445"/>
                </a:lnTo>
                <a:lnTo>
                  <a:pt x="3950" y="445"/>
                </a:lnTo>
                <a:lnTo>
                  <a:pt x="3959" y="440"/>
                </a:lnTo>
                <a:lnTo>
                  <a:pt x="3958" y="441"/>
                </a:lnTo>
                <a:lnTo>
                  <a:pt x="3966" y="435"/>
                </a:lnTo>
                <a:lnTo>
                  <a:pt x="3966" y="435"/>
                </a:lnTo>
                <a:lnTo>
                  <a:pt x="3974" y="429"/>
                </a:lnTo>
                <a:lnTo>
                  <a:pt x="3973" y="429"/>
                </a:lnTo>
                <a:lnTo>
                  <a:pt x="3980" y="422"/>
                </a:lnTo>
                <a:lnTo>
                  <a:pt x="3980" y="423"/>
                </a:lnTo>
                <a:lnTo>
                  <a:pt x="3987" y="414"/>
                </a:lnTo>
                <a:lnTo>
                  <a:pt x="3986" y="415"/>
                </a:lnTo>
                <a:lnTo>
                  <a:pt x="3993" y="406"/>
                </a:lnTo>
                <a:lnTo>
                  <a:pt x="3992" y="406"/>
                </a:lnTo>
                <a:lnTo>
                  <a:pt x="3998" y="396"/>
                </a:lnTo>
                <a:lnTo>
                  <a:pt x="3998" y="397"/>
                </a:lnTo>
                <a:lnTo>
                  <a:pt x="4003" y="386"/>
                </a:lnTo>
                <a:lnTo>
                  <a:pt x="4003" y="386"/>
                </a:lnTo>
                <a:lnTo>
                  <a:pt x="4008" y="374"/>
                </a:lnTo>
                <a:lnTo>
                  <a:pt x="4008" y="374"/>
                </a:lnTo>
                <a:lnTo>
                  <a:pt x="4012" y="361"/>
                </a:lnTo>
                <a:lnTo>
                  <a:pt x="4012" y="361"/>
                </a:lnTo>
                <a:lnTo>
                  <a:pt x="4015" y="347"/>
                </a:lnTo>
                <a:lnTo>
                  <a:pt x="4016" y="346"/>
                </a:lnTo>
                <a:lnTo>
                  <a:pt x="4017" y="344"/>
                </a:lnTo>
                <a:lnTo>
                  <a:pt x="4019" y="344"/>
                </a:lnTo>
                <a:lnTo>
                  <a:pt x="4021" y="343"/>
                </a:lnTo>
                <a:lnTo>
                  <a:pt x="4022" y="344"/>
                </a:lnTo>
                <a:lnTo>
                  <a:pt x="4126" y="374"/>
                </a:lnTo>
                <a:close/>
                <a:moveTo>
                  <a:pt x="4019" y="353"/>
                </a:moveTo>
                <a:lnTo>
                  <a:pt x="4026" y="349"/>
                </a:lnTo>
                <a:lnTo>
                  <a:pt x="4023" y="363"/>
                </a:lnTo>
                <a:lnTo>
                  <a:pt x="4023" y="364"/>
                </a:lnTo>
                <a:lnTo>
                  <a:pt x="4018" y="377"/>
                </a:lnTo>
                <a:lnTo>
                  <a:pt x="4018" y="377"/>
                </a:lnTo>
                <a:lnTo>
                  <a:pt x="4014" y="389"/>
                </a:lnTo>
                <a:lnTo>
                  <a:pt x="4014" y="389"/>
                </a:lnTo>
                <a:lnTo>
                  <a:pt x="4008" y="400"/>
                </a:lnTo>
                <a:lnTo>
                  <a:pt x="4008" y="401"/>
                </a:lnTo>
                <a:lnTo>
                  <a:pt x="4002" y="411"/>
                </a:lnTo>
                <a:lnTo>
                  <a:pt x="4002" y="411"/>
                </a:lnTo>
                <a:lnTo>
                  <a:pt x="3996" y="420"/>
                </a:lnTo>
                <a:lnTo>
                  <a:pt x="3996" y="421"/>
                </a:lnTo>
                <a:lnTo>
                  <a:pt x="3989" y="429"/>
                </a:lnTo>
                <a:lnTo>
                  <a:pt x="3988" y="429"/>
                </a:lnTo>
                <a:lnTo>
                  <a:pt x="3981" y="437"/>
                </a:lnTo>
                <a:lnTo>
                  <a:pt x="3980" y="437"/>
                </a:lnTo>
                <a:lnTo>
                  <a:pt x="3973" y="443"/>
                </a:lnTo>
                <a:lnTo>
                  <a:pt x="3972" y="444"/>
                </a:lnTo>
                <a:lnTo>
                  <a:pt x="3964" y="449"/>
                </a:lnTo>
                <a:lnTo>
                  <a:pt x="3964" y="449"/>
                </a:lnTo>
                <a:lnTo>
                  <a:pt x="3955" y="454"/>
                </a:lnTo>
                <a:lnTo>
                  <a:pt x="3955" y="454"/>
                </a:lnTo>
                <a:lnTo>
                  <a:pt x="3946" y="458"/>
                </a:lnTo>
                <a:lnTo>
                  <a:pt x="3945" y="458"/>
                </a:lnTo>
                <a:lnTo>
                  <a:pt x="3936" y="461"/>
                </a:lnTo>
                <a:lnTo>
                  <a:pt x="3936" y="461"/>
                </a:lnTo>
                <a:lnTo>
                  <a:pt x="3926" y="463"/>
                </a:lnTo>
                <a:lnTo>
                  <a:pt x="3926" y="464"/>
                </a:lnTo>
                <a:lnTo>
                  <a:pt x="3915" y="465"/>
                </a:lnTo>
                <a:lnTo>
                  <a:pt x="3915" y="465"/>
                </a:lnTo>
                <a:lnTo>
                  <a:pt x="3905" y="465"/>
                </a:lnTo>
                <a:lnTo>
                  <a:pt x="3904" y="465"/>
                </a:lnTo>
                <a:lnTo>
                  <a:pt x="3897" y="465"/>
                </a:lnTo>
                <a:lnTo>
                  <a:pt x="3897" y="465"/>
                </a:lnTo>
                <a:lnTo>
                  <a:pt x="3890" y="465"/>
                </a:lnTo>
                <a:lnTo>
                  <a:pt x="3890" y="465"/>
                </a:lnTo>
                <a:lnTo>
                  <a:pt x="3883" y="464"/>
                </a:lnTo>
                <a:lnTo>
                  <a:pt x="3883" y="464"/>
                </a:lnTo>
                <a:lnTo>
                  <a:pt x="3876" y="462"/>
                </a:lnTo>
                <a:lnTo>
                  <a:pt x="3876" y="462"/>
                </a:lnTo>
                <a:lnTo>
                  <a:pt x="3869" y="461"/>
                </a:lnTo>
                <a:lnTo>
                  <a:pt x="3869" y="461"/>
                </a:lnTo>
                <a:lnTo>
                  <a:pt x="3863" y="459"/>
                </a:lnTo>
                <a:lnTo>
                  <a:pt x="3862" y="459"/>
                </a:lnTo>
                <a:lnTo>
                  <a:pt x="3850" y="454"/>
                </a:lnTo>
                <a:lnTo>
                  <a:pt x="3850" y="454"/>
                </a:lnTo>
                <a:lnTo>
                  <a:pt x="3838" y="448"/>
                </a:lnTo>
                <a:lnTo>
                  <a:pt x="3838" y="448"/>
                </a:lnTo>
                <a:lnTo>
                  <a:pt x="3827" y="440"/>
                </a:lnTo>
                <a:lnTo>
                  <a:pt x="3827" y="440"/>
                </a:lnTo>
                <a:lnTo>
                  <a:pt x="3817" y="431"/>
                </a:lnTo>
                <a:lnTo>
                  <a:pt x="3816" y="431"/>
                </a:lnTo>
                <a:lnTo>
                  <a:pt x="3807" y="421"/>
                </a:lnTo>
                <a:lnTo>
                  <a:pt x="3807" y="420"/>
                </a:lnTo>
                <a:lnTo>
                  <a:pt x="3802" y="415"/>
                </a:lnTo>
                <a:lnTo>
                  <a:pt x="3802" y="415"/>
                </a:lnTo>
                <a:lnTo>
                  <a:pt x="3798" y="409"/>
                </a:lnTo>
                <a:lnTo>
                  <a:pt x="3798" y="408"/>
                </a:lnTo>
                <a:lnTo>
                  <a:pt x="3794" y="402"/>
                </a:lnTo>
                <a:lnTo>
                  <a:pt x="3794" y="402"/>
                </a:lnTo>
                <a:lnTo>
                  <a:pt x="3791" y="395"/>
                </a:lnTo>
                <a:lnTo>
                  <a:pt x="3790" y="394"/>
                </a:lnTo>
                <a:lnTo>
                  <a:pt x="3787" y="387"/>
                </a:lnTo>
                <a:lnTo>
                  <a:pt x="3787" y="387"/>
                </a:lnTo>
                <a:lnTo>
                  <a:pt x="3784" y="379"/>
                </a:lnTo>
                <a:lnTo>
                  <a:pt x="3784" y="379"/>
                </a:lnTo>
                <a:lnTo>
                  <a:pt x="3781" y="370"/>
                </a:lnTo>
                <a:lnTo>
                  <a:pt x="3781" y="370"/>
                </a:lnTo>
                <a:lnTo>
                  <a:pt x="3779" y="361"/>
                </a:lnTo>
                <a:lnTo>
                  <a:pt x="3779" y="361"/>
                </a:lnTo>
                <a:lnTo>
                  <a:pt x="3777" y="352"/>
                </a:lnTo>
                <a:lnTo>
                  <a:pt x="3777" y="352"/>
                </a:lnTo>
                <a:lnTo>
                  <a:pt x="3775" y="342"/>
                </a:lnTo>
                <a:lnTo>
                  <a:pt x="3775" y="342"/>
                </a:lnTo>
                <a:lnTo>
                  <a:pt x="3773" y="332"/>
                </a:lnTo>
                <a:lnTo>
                  <a:pt x="3773" y="332"/>
                </a:lnTo>
                <a:lnTo>
                  <a:pt x="3772" y="321"/>
                </a:lnTo>
                <a:lnTo>
                  <a:pt x="3772" y="321"/>
                </a:lnTo>
                <a:lnTo>
                  <a:pt x="3771" y="310"/>
                </a:lnTo>
                <a:lnTo>
                  <a:pt x="3771" y="310"/>
                </a:lnTo>
                <a:lnTo>
                  <a:pt x="3770" y="299"/>
                </a:lnTo>
                <a:lnTo>
                  <a:pt x="3770" y="299"/>
                </a:lnTo>
                <a:lnTo>
                  <a:pt x="3770" y="275"/>
                </a:lnTo>
                <a:lnTo>
                  <a:pt x="3770" y="274"/>
                </a:lnTo>
                <a:lnTo>
                  <a:pt x="3770" y="263"/>
                </a:lnTo>
                <a:lnTo>
                  <a:pt x="3770" y="263"/>
                </a:lnTo>
                <a:lnTo>
                  <a:pt x="3770" y="252"/>
                </a:lnTo>
                <a:lnTo>
                  <a:pt x="3770" y="252"/>
                </a:lnTo>
                <a:lnTo>
                  <a:pt x="3771" y="241"/>
                </a:lnTo>
                <a:lnTo>
                  <a:pt x="3771" y="241"/>
                </a:lnTo>
                <a:lnTo>
                  <a:pt x="3772" y="230"/>
                </a:lnTo>
                <a:lnTo>
                  <a:pt x="3772" y="230"/>
                </a:lnTo>
                <a:lnTo>
                  <a:pt x="3774" y="220"/>
                </a:lnTo>
                <a:lnTo>
                  <a:pt x="3774" y="220"/>
                </a:lnTo>
                <a:lnTo>
                  <a:pt x="3775" y="210"/>
                </a:lnTo>
                <a:lnTo>
                  <a:pt x="3775" y="210"/>
                </a:lnTo>
                <a:lnTo>
                  <a:pt x="3777" y="201"/>
                </a:lnTo>
                <a:lnTo>
                  <a:pt x="3777" y="201"/>
                </a:lnTo>
                <a:lnTo>
                  <a:pt x="3779" y="192"/>
                </a:lnTo>
                <a:lnTo>
                  <a:pt x="3779" y="192"/>
                </a:lnTo>
                <a:lnTo>
                  <a:pt x="3781" y="184"/>
                </a:lnTo>
                <a:lnTo>
                  <a:pt x="3782" y="183"/>
                </a:lnTo>
                <a:lnTo>
                  <a:pt x="3784" y="176"/>
                </a:lnTo>
                <a:lnTo>
                  <a:pt x="3784" y="175"/>
                </a:lnTo>
                <a:lnTo>
                  <a:pt x="3787" y="168"/>
                </a:lnTo>
                <a:lnTo>
                  <a:pt x="3788" y="167"/>
                </a:lnTo>
                <a:lnTo>
                  <a:pt x="3791" y="160"/>
                </a:lnTo>
                <a:lnTo>
                  <a:pt x="3791" y="160"/>
                </a:lnTo>
                <a:lnTo>
                  <a:pt x="3795" y="153"/>
                </a:lnTo>
                <a:lnTo>
                  <a:pt x="3795" y="153"/>
                </a:lnTo>
                <a:lnTo>
                  <a:pt x="3799" y="147"/>
                </a:lnTo>
                <a:lnTo>
                  <a:pt x="3799" y="146"/>
                </a:lnTo>
                <a:lnTo>
                  <a:pt x="3803" y="141"/>
                </a:lnTo>
                <a:lnTo>
                  <a:pt x="3803" y="140"/>
                </a:lnTo>
                <a:lnTo>
                  <a:pt x="3808" y="135"/>
                </a:lnTo>
                <a:lnTo>
                  <a:pt x="3808" y="135"/>
                </a:lnTo>
                <a:lnTo>
                  <a:pt x="3817" y="125"/>
                </a:lnTo>
                <a:lnTo>
                  <a:pt x="3818" y="124"/>
                </a:lnTo>
                <a:lnTo>
                  <a:pt x="3828" y="116"/>
                </a:lnTo>
                <a:lnTo>
                  <a:pt x="3829" y="115"/>
                </a:lnTo>
                <a:lnTo>
                  <a:pt x="3839" y="108"/>
                </a:lnTo>
                <a:lnTo>
                  <a:pt x="3840" y="108"/>
                </a:lnTo>
                <a:lnTo>
                  <a:pt x="3852" y="102"/>
                </a:lnTo>
                <a:lnTo>
                  <a:pt x="3852" y="102"/>
                </a:lnTo>
                <a:lnTo>
                  <a:pt x="3864" y="97"/>
                </a:lnTo>
                <a:lnTo>
                  <a:pt x="3865" y="97"/>
                </a:lnTo>
                <a:lnTo>
                  <a:pt x="3871" y="95"/>
                </a:lnTo>
                <a:lnTo>
                  <a:pt x="3871" y="95"/>
                </a:lnTo>
                <a:lnTo>
                  <a:pt x="3878" y="93"/>
                </a:lnTo>
                <a:lnTo>
                  <a:pt x="3878" y="93"/>
                </a:lnTo>
                <a:lnTo>
                  <a:pt x="3885" y="92"/>
                </a:lnTo>
                <a:lnTo>
                  <a:pt x="3885" y="92"/>
                </a:lnTo>
                <a:lnTo>
                  <a:pt x="3892" y="91"/>
                </a:lnTo>
                <a:lnTo>
                  <a:pt x="3893" y="91"/>
                </a:lnTo>
                <a:lnTo>
                  <a:pt x="3900" y="91"/>
                </a:lnTo>
                <a:lnTo>
                  <a:pt x="3900" y="91"/>
                </a:lnTo>
                <a:lnTo>
                  <a:pt x="3907" y="91"/>
                </a:lnTo>
                <a:lnTo>
                  <a:pt x="3907" y="91"/>
                </a:lnTo>
                <a:lnTo>
                  <a:pt x="3918" y="91"/>
                </a:lnTo>
                <a:lnTo>
                  <a:pt x="3918" y="91"/>
                </a:lnTo>
                <a:lnTo>
                  <a:pt x="3928" y="92"/>
                </a:lnTo>
                <a:lnTo>
                  <a:pt x="3929" y="92"/>
                </a:lnTo>
                <a:lnTo>
                  <a:pt x="3938" y="94"/>
                </a:lnTo>
                <a:lnTo>
                  <a:pt x="3939" y="94"/>
                </a:lnTo>
                <a:lnTo>
                  <a:pt x="3948" y="97"/>
                </a:lnTo>
                <a:lnTo>
                  <a:pt x="3948" y="97"/>
                </a:lnTo>
                <a:lnTo>
                  <a:pt x="3957" y="100"/>
                </a:lnTo>
                <a:lnTo>
                  <a:pt x="3958" y="100"/>
                </a:lnTo>
                <a:lnTo>
                  <a:pt x="3965" y="105"/>
                </a:lnTo>
                <a:lnTo>
                  <a:pt x="3966" y="105"/>
                </a:lnTo>
                <a:lnTo>
                  <a:pt x="3974" y="110"/>
                </a:lnTo>
                <a:lnTo>
                  <a:pt x="3974" y="110"/>
                </a:lnTo>
                <a:lnTo>
                  <a:pt x="3982" y="116"/>
                </a:lnTo>
                <a:lnTo>
                  <a:pt x="3982" y="116"/>
                </a:lnTo>
                <a:lnTo>
                  <a:pt x="3989" y="122"/>
                </a:lnTo>
                <a:lnTo>
                  <a:pt x="3990" y="123"/>
                </a:lnTo>
                <a:lnTo>
                  <a:pt x="3996" y="129"/>
                </a:lnTo>
                <a:lnTo>
                  <a:pt x="3997" y="130"/>
                </a:lnTo>
                <a:lnTo>
                  <a:pt x="4003" y="137"/>
                </a:lnTo>
                <a:lnTo>
                  <a:pt x="4003" y="137"/>
                </a:lnTo>
                <a:lnTo>
                  <a:pt x="4008" y="145"/>
                </a:lnTo>
                <a:lnTo>
                  <a:pt x="4008" y="146"/>
                </a:lnTo>
                <a:lnTo>
                  <a:pt x="4013" y="154"/>
                </a:lnTo>
                <a:lnTo>
                  <a:pt x="4013" y="154"/>
                </a:lnTo>
                <a:lnTo>
                  <a:pt x="4017" y="163"/>
                </a:lnTo>
                <a:lnTo>
                  <a:pt x="4017" y="164"/>
                </a:lnTo>
                <a:lnTo>
                  <a:pt x="4020" y="173"/>
                </a:lnTo>
                <a:lnTo>
                  <a:pt x="4021" y="174"/>
                </a:lnTo>
                <a:lnTo>
                  <a:pt x="4023" y="183"/>
                </a:lnTo>
                <a:lnTo>
                  <a:pt x="4016" y="179"/>
                </a:lnTo>
                <a:lnTo>
                  <a:pt x="4121" y="154"/>
                </a:lnTo>
                <a:lnTo>
                  <a:pt x="4117" y="162"/>
                </a:lnTo>
                <a:lnTo>
                  <a:pt x="4112" y="146"/>
                </a:lnTo>
                <a:lnTo>
                  <a:pt x="4112" y="147"/>
                </a:lnTo>
                <a:lnTo>
                  <a:pt x="4107" y="132"/>
                </a:lnTo>
                <a:lnTo>
                  <a:pt x="4107" y="133"/>
                </a:lnTo>
                <a:lnTo>
                  <a:pt x="4101" y="119"/>
                </a:lnTo>
                <a:lnTo>
                  <a:pt x="4101" y="119"/>
                </a:lnTo>
                <a:lnTo>
                  <a:pt x="4095" y="107"/>
                </a:lnTo>
                <a:lnTo>
                  <a:pt x="4095" y="107"/>
                </a:lnTo>
                <a:lnTo>
                  <a:pt x="4088" y="95"/>
                </a:lnTo>
                <a:lnTo>
                  <a:pt x="4088" y="95"/>
                </a:lnTo>
                <a:lnTo>
                  <a:pt x="4081" y="85"/>
                </a:lnTo>
                <a:lnTo>
                  <a:pt x="4081" y="85"/>
                </a:lnTo>
                <a:lnTo>
                  <a:pt x="4073" y="75"/>
                </a:lnTo>
                <a:lnTo>
                  <a:pt x="4073" y="76"/>
                </a:lnTo>
                <a:lnTo>
                  <a:pt x="4065" y="67"/>
                </a:lnTo>
                <a:lnTo>
                  <a:pt x="4065" y="67"/>
                </a:lnTo>
                <a:lnTo>
                  <a:pt x="4057" y="60"/>
                </a:lnTo>
                <a:lnTo>
                  <a:pt x="4057" y="60"/>
                </a:lnTo>
                <a:lnTo>
                  <a:pt x="4050" y="54"/>
                </a:lnTo>
                <a:lnTo>
                  <a:pt x="4050" y="54"/>
                </a:lnTo>
                <a:lnTo>
                  <a:pt x="4042" y="48"/>
                </a:lnTo>
                <a:lnTo>
                  <a:pt x="4042" y="48"/>
                </a:lnTo>
                <a:lnTo>
                  <a:pt x="4033" y="43"/>
                </a:lnTo>
                <a:lnTo>
                  <a:pt x="4034" y="43"/>
                </a:lnTo>
                <a:lnTo>
                  <a:pt x="4025" y="38"/>
                </a:lnTo>
                <a:lnTo>
                  <a:pt x="4025" y="38"/>
                </a:lnTo>
                <a:lnTo>
                  <a:pt x="4016" y="33"/>
                </a:lnTo>
                <a:lnTo>
                  <a:pt x="4016" y="33"/>
                </a:lnTo>
                <a:lnTo>
                  <a:pt x="4007" y="29"/>
                </a:lnTo>
                <a:lnTo>
                  <a:pt x="4007" y="29"/>
                </a:lnTo>
                <a:lnTo>
                  <a:pt x="3998" y="26"/>
                </a:lnTo>
                <a:lnTo>
                  <a:pt x="3998" y="26"/>
                </a:lnTo>
                <a:lnTo>
                  <a:pt x="3988" y="22"/>
                </a:lnTo>
                <a:lnTo>
                  <a:pt x="3988" y="23"/>
                </a:lnTo>
                <a:lnTo>
                  <a:pt x="3978" y="20"/>
                </a:lnTo>
                <a:lnTo>
                  <a:pt x="3978" y="20"/>
                </a:lnTo>
                <a:lnTo>
                  <a:pt x="3968" y="17"/>
                </a:lnTo>
                <a:lnTo>
                  <a:pt x="3968" y="17"/>
                </a:lnTo>
                <a:lnTo>
                  <a:pt x="3957" y="15"/>
                </a:lnTo>
                <a:lnTo>
                  <a:pt x="3957" y="15"/>
                </a:lnTo>
                <a:lnTo>
                  <a:pt x="3946" y="14"/>
                </a:lnTo>
                <a:lnTo>
                  <a:pt x="3946" y="14"/>
                </a:lnTo>
                <a:lnTo>
                  <a:pt x="3935" y="13"/>
                </a:lnTo>
                <a:lnTo>
                  <a:pt x="3935" y="13"/>
                </a:lnTo>
                <a:lnTo>
                  <a:pt x="3923" y="12"/>
                </a:lnTo>
                <a:lnTo>
                  <a:pt x="3924" y="12"/>
                </a:lnTo>
                <a:lnTo>
                  <a:pt x="3912" y="12"/>
                </a:lnTo>
                <a:lnTo>
                  <a:pt x="3912" y="12"/>
                </a:lnTo>
                <a:lnTo>
                  <a:pt x="3898" y="12"/>
                </a:lnTo>
                <a:lnTo>
                  <a:pt x="3899" y="12"/>
                </a:lnTo>
                <a:lnTo>
                  <a:pt x="3885" y="13"/>
                </a:lnTo>
                <a:lnTo>
                  <a:pt x="3886" y="13"/>
                </a:lnTo>
                <a:lnTo>
                  <a:pt x="3873" y="14"/>
                </a:lnTo>
                <a:lnTo>
                  <a:pt x="3873" y="14"/>
                </a:lnTo>
                <a:lnTo>
                  <a:pt x="3860" y="16"/>
                </a:lnTo>
                <a:lnTo>
                  <a:pt x="3861" y="16"/>
                </a:lnTo>
                <a:lnTo>
                  <a:pt x="3848" y="19"/>
                </a:lnTo>
                <a:lnTo>
                  <a:pt x="3849" y="19"/>
                </a:lnTo>
                <a:lnTo>
                  <a:pt x="3837" y="22"/>
                </a:lnTo>
                <a:lnTo>
                  <a:pt x="3837" y="22"/>
                </a:lnTo>
                <a:lnTo>
                  <a:pt x="3825" y="26"/>
                </a:lnTo>
                <a:lnTo>
                  <a:pt x="3825" y="25"/>
                </a:lnTo>
                <a:lnTo>
                  <a:pt x="3814" y="30"/>
                </a:lnTo>
                <a:lnTo>
                  <a:pt x="3814" y="30"/>
                </a:lnTo>
                <a:lnTo>
                  <a:pt x="3804" y="34"/>
                </a:lnTo>
                <a:lnTo>
                  <a:pt x="3804" y="34"/>
                </a:lnTo>
                <a:lnTo>
                  <a:pt x="3793" y="40"/>
                </a:lnTo>
                <a:lnTo>
                  <a:pt x="3793" y="39"/>
                </a:lnTo>
                <a:lnTo>
                  <a:pt x="3783" y="45"/>
                </a:lnTo>
                <a:lnTo>
                  <a:pt x="3783" y="45"/>
                </a:lnTo>
                <a:lnTo>
                  <a:pt x="3773" y="52"/>
                </a:lnTo>
                <a:lnTo>
                  <a:pt x="3773" y="52"/>
                </a:lnTo>
                <a:lnTo>
                  <a:pt x="3764" y="59"/>
                </a:lnTo>
                <a:lnTo>
                  <a:pt x="3764" y="58"/>
                </a:lnTo>
                <a:lnTo>
                  <a:pt x="3755" y="66"/>
                </a:lnTo>
                <a:lnTo>
                  <a:pt x="3755" y="66"/>
                </a:lnTo>
                <a:lnTo>
                  <a:pt x="3746" y="74"/>
                </a:lnTo>
                <a:lnTo>
                  <a:pt x="3746" y="74"/>
                </a:lnTo>
                <a:lnTo>
                  <a:pt x="3738" y="83"/>
                </a:lnTo>
                <a:lnTo>
                  <a:pt x="3738" y="83"/>
                </a:lnTo>
                <a:lnTo>
                  <a:pt x="3730" y="92"/>
                </a:lnTo>
                <a:lnTo>
                  <a:pt x="3730" y="92"/>
                </a:lnTo>
                <a:lnTo>
                  <a:pt x="3722" y="101"/>
                </a:lnTo>
                <a:lnTo>
                  <a:pt x="3722" y="101"/>
                </a:lnTo>
                <a:lnTo>
                  <a:pt x="3715" y="111"/>
                </a:lnTo>
                <a:lnTo>
                  <a:pt x="3715" y="111"/>
                </a:lnTo>
                <a:lnTo>
                  <a:pt x="3708" y="122"/>
                </a:lnTo>
                <a:lnTo>
                  <a:pt x="3709" y="121"/>
                </a:lnTo>
                <a:lnTo>
                  <a:pt x="3702" y="132"/>
                </a:lnTo>
                <a:lnTo>
                  <a:pt x="3703" y="132"/>
                </a:lnTo>
                <a:lnTo>
                  <a:pt x="3697" y="144"/>
                </a:lnTo>
                <a:lnTo>
                  <a:pt x="3697" y="143"/>
                </a:lnTo>
                <a:lnTo>
                  <a:pt x="3692" y="155"/>
                </a:lnTo>
                <a:lnTo>
                  <a:pt x="3692" y="155"/>
                </a:lnTo>
                <a:lnTo>
                  <a:pt x="3688" y="168"/>
                </a:lnTo>
                <a:lnTo>
                  <a:pt x="3688" y="167"/>
                </a:lnTo>
                <a:lnTo>
                  <a:pt x="3684" y="180"/>
                </a:lnTo>
                <a:lnTo>
                  <a:pt x="3684" y="180"/>
                </a:lnTo>
                <a:lnTo>
                  <a:pt x="3681" y="194"/>
                </a:lnTo>
                <a:lnTo>
                  <a:pt x="3681" y="193"/>
                </a:lnTo>
                <a:lnTo>
                  <a:pt x="3678" y="207"/>
                </a:lnTo>
                <a:lnTo>
                  <a:pt x="3678" y="207"/>
                </a:lnTo>
                <a:lnTo>
                  <a:pt x="3675" y="221"/>
                </a:lnTo>
                <a:lnTo>
                  <a:pt x="3675" y="221"/>
                </a:lnTo>
                <a:lnTo>
                  <a:pt x="3674" y="236"/>
                </a:lnTo>
                <a:lnTo>
                  <a:pt x="3674" y="236"/>
                </a:lnTo>
                <a:lnTo>
                  <a:pt x="3672" y="251"/>
                </a:lnTo>
                <a:lnTo>
                  <a:pt x="3672" y="251"/>
                </a:lnTo>
                <a:lnTo>
                  <a:pt x="3671" y="267"/>
                </a:lnTo>
                <a:lnTo>
                  <a:pt x="3671" y="267"/>
                </a:lnTo>
                <a:lnTo>
                  <a:pt x="3671" y="283"/>
                </a:lnTo>
                <a:lnTo>
                  <a:pt x="3671" y="283"/>
                </a:lnTo>
                <a:lnTo>
                  <a:pt x="3671" y="298"/>
                </a:lnTo>
                <a:lnTo>
                  <a:pt x="3671" y="298"/>
                </a:lnTo>
                <a:lnTo>
                  <a:pt x="3672" y="313"/>
                </a:lnTo>
                <a:lnTo>
                  <a:pt x="3672" y="313"/>
                </a:lnTo>
                <a:lnTo>
                  <a:pt x="3674" y="327"/>
                </a:lnTo>
                <a:lnTo>
                  <a:pt x="3674" y="327"/>
                </a:lnTo>
                <a:lnTo>
                  <a:pt x="3675" y="341"/>
                </a:lnTo>
                <a:lnTo>
                  <a:pt x="3675" y="341"/>
                </a:lnTo>
                <a:lnTo>
                  <a:pt x="3678" y="354"/>
                </a:lnTo>
                <a:lnTo>
                  <a:pt x="3678" y="354"/>
                </a:lnTo>
                <a:lnTo>
                  <a:pt x="3681" y="367"/>
                </a:lnTo>
                <a:lnTo>
                  <a:pt x="3681" y="367"/>
                </a:lnTo>
                <a:lnTo>
                  <a:pt x="3684" y="380"/>
                </a:lnTo>
                <a:lnTo>
                  <a:pt x="3684" y="380"/>
                </a:lnTo>
                <a:lnTo>
                  <a:pt x="3688" y="392"/>
                </a:lnTo>
                <a:lnTo>
                  <a:pt x="3688" y="392"/>
                </a:lnTo>
                <a:lnTo>
                  <a:pt x="3692" y="404"/>
                </a:lnTo>
                <a:lnTo>
                  <a:pt x="3692" y="403"/>
                </a:lnTo>
                <a:lnTo>
                  <a:pt x="3697" y="415"/>
                </a:lnTo>
                <a:lnTo>
                  <a:pt x="3697" y="415"/>
                </a:lnTo>
                <a:lnTo>
                  <a:pt x="3702" y="426"/>
                </a:lnTo>
                <a:lnTo>
                  <a:pt x="3702" y="426"/>
                </a:lnTo>
                <a:lnTo>
                  <a:pt x="3708" y="437"/>
                </a:lnTo>
                <a:lnTo>
                  <a:pt x="3708" y="436"/>
                </a:lnTo>
                <a:lnTo>
                  <a:pt x="3715" y="447"/>
                </a:lnTo>
                <a:lnTo>
                  <a:pt x="3714" y="446"/>
                </a:lnTo>
                <a:lnTo>
                  <a:pt x="3722" y="456"/>
                </a:lnTo>
                <a:lnTo>
                  <a:pt x="3721" y="456"/>
                </a:lnTo>
                <a:lnTo>
                  <a:pt x="3729" y="466"/>
                </a:lnTo>
                <a:lnTo>
                  <a:pt x="3729" y="465"/>
                </a:lnTo>
                <a:lnTo>
                  <a:pt x="3737" y="474"/>
                </a:lnTo>
                <a:lnTo>
                  <a:pt x="3737" y="474"/>
                </a:lnTo>
                <a:lnTo>
                  <a:pt x="3745" y="483"/>
                </a:lnTo>
                <a:lnTo>
                  <a:pt x="3745" y="483"/>
                </a:lnTo>
                <a:lnTo>
                  <a:pt x="3754" y="491"/>
                </a:lnTo>
                <a:lnTo>
                  <a:pt x="3754" y="491"/>
                </a:lnTo>
                <a:lnTo>
                  <a:pt x="3763" y="498"/>
                </a:lnTo>
                <a:lnTo>
                  <a:pt x="3763" y="498"/>
                </a:lnTo>
                <a:lnTo>
                  <a:pt x="3772" y="505"/>
                </a:lnTo>
                <a:lnTo>
                  <a:pt x="3772" y="505"/>
                </a:lnTo>
                <a:lnTo>
                  <a:pt x="3782" y="511"/>
                </a:lnTo>
                <a:lnTo>
                  <a:pt x="3781" y="511"/>
                </a:lnTo>
                <a:lnTo>
                  <a:pt x="3791" y="517"/>
                </a:lnTo>
                <a:lnTo>
                  <a:pt x="3791" y="517"/>
                </a:lnTo>
                <a:lnTo>
                  <a:pt x="3802" y="522"/>
                </a:lnTo>
                <a:lnTo>
                  <a:pt x="3801" y="522"/>
                </a:lnTo>
                <a:lnTo>
                  <a:pt x="3812" y="527"/>
                </a:lnTo>
                <a:lnTo>
                  <a:pt x="3812" y="527"/>
                </a:lnTo>
                <a:lnTo>
                  <a:pt x="3823" y="531"/>
                </a:lnTo>
                <a:lnTo>
                  <a:pt x="3822" y="531"/>
                </a:lnTo>
                <a:lnTo>
                  <a:pt x="3834" y="534"/>
                </a:lnTo>
                <a:lnTo>
                  <a:pt x="3833" y="534"/>
                </a:lnTo>
                <a:lnTo>
                  <a:pt x="3845" y="537"/>
                </a:lnTo>
                <a:lnTo>
                  <a:pt x="3844" y="537"/>
                </a:lnTo>
                <a:lnTo>
                  <a:pt x="3856" y="540"/>
                </a:lnTo>
                <a:lnTo>
                  <a:pt x="3856" y="540"/>
                </a:lnTo>
                <a:lnTo>
                  <a:pt x="3868" y="542"/>
                </a:lnTo>
                <a:lnTo>
                  <a:pt x="3868" y="542"/>
                </a:lnTo>
                <a:lnTo>
                  <a:pt x="3880" y="543"/>
                </a:lnTo>
                <a:lnTo>
                  <a:pt x="3880" y="543"/>
                </a:lnTo>
                <a:lnTo>
                  <a:pt x="3892" y="544"/>
                </a:lnTo>
                <a:lnTo>
                  <a:pt x="3892" y="544"/>
                </a:lnTo>
                <a:lnTo>
                  <a:pt x="3905" y="544"/>
                </a:lnTo>
                <a:lnTo>
                  <a:pt x="3905" y="544"/>
                </a:lnTo>
                <a:lnTo>
                  <a:pt x="3915" y="544"/>
                </a:lnTo>
                <a:lnTo>
                  <a:pt x="3915" y="544"/>
                </a:lnTo>
                <a:lnTo>
                  <a:pt x="3925" y="544"/>
                </a:lnTo>
                <a:lnTo>
                  <a:pt x="3925" y="544"/>
                </a:lnTo>
                <a:lnTo>
                  <a:pt x="3935" y="543"/>
                </a:lnTo>
                <a:lnTo>
                  <a:pt x="3935" y="543"/>
                </a:lnTo>
                <a:lnTo>
                  <a:pt x="3945" y="542"/>
                </a:lnTo>
                <a:lnTo>
                  <a:pt x="3945" y="542"/>
                </a:lnTo>
                <a:lnTo>
                  <a:pt x="3954" y="540"/>
                </a:lnTo>
                <a:lnTo>
                  <a:pt x="3954" y="540"/>
                </a:lnTo>
                <a:lnTo>
                  <a:pt x="3964" y="539"/>
                </a:lnTo>
                <a:lnTo>
                  <a:pt x="3963" y="539"/>
                </a:lnTo>
                <a:lnTo>
                  <a:pt x="3973" y="537"/>
                </a:lnTo>
                <a:lnTo>
                  <a:pt x="3972" y="537"/>
                </a:lnTo>
                <a:lnTo>
                  <a:pt x="3981" y="534"/>
                </a:lnTo>
                <a:lnTo>
                  <a:pt x="3981" y="534"/>
                </a:lnTo>
                <a:lnTo>
                  <a:pt x="3989" y="531"/>
                </a:lnTo>
                <a:lnTo>
                  <a:pt x="3989" y="531"/>
                </a:lnTo>
                <a:lnTo>
                  <a:pt x="3997" y="528"/>
                </a:lnTo>
                <a:lnTo>
                  <a:pt x="3997" y="528"/>
                </a:lnTo>
                <a:lnTo>
                  <a:pt x="4005" y="525"/>
                </a:lnTo>
                <a:lnTo>
                  <a:pt x="4005" y="525"/>
                </a:lnTo>
                <a:lnTo>
                  <a:pt x="4013" y="521"/>
                </a:lnTo>
                <a:lnTo>
                  <a:pt x="4013" y="522"/>
                </a:lnTo>
                <a:lnTo>
                  <a:pt x="4020" y="517"/>
                </a:lnTo>
                <a:lnTo>
                  <a:pt x="4020" y="518"/>
                </a:lnTo>
                <a:lnTo>
                  <a:pt x="4027" y="513"/>
                </a:lnTo>
                <a:lnTo>
                  <a:pt x="4027" y="513"/>
                </a:lnTo>
                <a:lnTo>
                  <a:pt x="4035" y="508"/>
                </a:lnTo>
                <a:lnTo>
                  <a:pt x="4034" y="509"/>
                </a:lnTo>
                <a:lnTo>
                  <a:pt x="4041" y="504"/>
                </a:lnTo>
                <a:lnTo>
                  <a:pt x="4041" y="504"/>
                </a:lnTo>
                <a:lnTo>
                  <a:pt x="4048" y="498"/>
                </a:lnTo>
                <a:lnTo>
                  <a:pt x="4048" y="498"/>
                </a:lnTo>
                <a:lnTo>
                  <a:pt x="4054" y="493"/>
                </a:lnTo>
                <a:lnTo>
                  <a:pt x="4054" y="493"/>
                </a:lnTo>
                <a:lnTo>
                  <a:pt x="4060" y="487"/>
                </a:lnTo>
                <a:lnTo>
                  <a:pt x="4060" y="487"/>
                </a:lnTo>
                <a:lnTo>
                  <a:pt x="4066" y="480"/>
                </a:lnTo>
                <a:lnTo>
                  <a:pt x="4066" y="480"/>
                </a:lnTo>
                <a:lnTo>
                  <a:pt x="4072" y="474"/>
                </a:lnTo>
                <a:lnTo>
                  <a:pt x="4072" y="474"/>
                </a:lnTo>
                <a:lnTo>
                  <a:pt x="4077" y="467"/>
                </a:lnTo>
                <a:lnTo>
                  <a:pt x="4077" y="467"/>
                </a:lnTo>
                <a:lnTo>
                  <a:pt x="4088" y="452"/>
                </a:lnTo>
                <a:lnTo>
                  <a:pt x="4087" y="452"/>
                </a:lnTo>
                <a:lnTo>
                  <a:pt x="4097" y="435"/>
                </a:lnTo>
                <a:lnTo>
                  <a:pt x="4097" y="436"/>
                </a:lnTo>
                <a:lnTo>
                  <a:pt x="4105" y="417"/>
                </a:lnTo>
                <a:lnTo>
                  <a:pt x="4105" y="418"/>
                </a:lnTo>
                <a:lnTo>
                  <a:pt x="4112" y="398"/>
                </a:lnTo>
                <a:lnTo>
                  <a:pt x="4112" y="399"/>
                </a:lnTo>
                <a:lnTo>
                  <a:pt x="4118" y="378"/>
                </a:lnTo>
                <a:lnTo>
                  <a:pt x="4122" y="385"/>
                </a:lnTo>
                <a:lnTo>
                  <a:pt x="4019" y="353"/>
                </a:lnTo>
                <a:close/>
                <a:moveTo>
                  <a:pt x="4606" y="547"/>
                </a:moveTo>
                <a:lnTo>
                  <a:pt x="4604" y="547"/>
                </a:lnTo>
                <a:lnTo>
                  <a:pt x="4603" y="546"/>
                </a:lnTo>
                <a:lnTo>
                  <a:pt x="4601" y="545"/>
                </a:lnTo>
                <a:lnTo>
                  <a:pt x="4601" y="543"/>
                </a:lnTo>
                <a:lnTo>
                  <a:pt x="4555" y="424"/>
                </a:lnTo>
                <a:lnTo>
                  <a:pt x="4560" y="428"/>
                </a:lnTo>
                <a:lnTo>
                  <a:pt x="4349" y="428"/>
                </a:lnTo>
                <a:lnTo>
                  <a:pt x="4354" y="424"/>
                </a:lnTo>
                <a:lnTo>
                  <a:pt x="4311" y="543"/>
                </a:lnTo>
                <a:lnTo>
                  <a:pt x="4310" y="545"/>
                </a:lnTo>
                <a:lnTo>
                  <a:pt x="4309" y="546"/>
                </a:lnTo>
                <a:lnTo>
                  <a:pt x="4307" y="547"/>
                </a:lnTo>
                <a:lnTo>
                  <a:pt x="4305" y="547"/>
                </a:lnTo>
                <a:lnTo>
                  <a:pt x="4193" y="547"/>
                </a:lnTo>
                <a:lnTo>
                  <a:pt x="4191" y="547"/>
                </a:lnTo>
                <a:lnTo>
                  <a:pt x="4189" y="546"/>
                </a:lnTo>
                <a:lnTo>
                  <a:pt x="4188" y="544"/>
                </a:lnTo>
                <a:lnTo>
                  <a:pt x="4187" y="543"/>
                </a:lnTo>
                <a:lnTo>
                  <a:pt x="4187" y="541"/>
                </a:lnTo>
                <a:lnTo>
                  <a:pt x="4187" y="539"/>
                </a:lnTo>
                <a:lnTo>
                  <a:pt x="4391" y="14"/>
                </a:lnTo>
                <a:lnTo>
                  <a:pt x="4392" y="12"/>
                </a:lnTo>
                <a:lnTo>
                  <a:pt x="4393" y="11"/>
                </a:lnTo>
                <a:lnTo>
                  <a:pt x="4395" y="10"/>
                </a:lnTo>
                <a:lnTo>
                  <a:pt x="4397" y="10"/>
                </a:lnTo>
                <a:lnTo>
                  <a:pt x="4509" y="10"/>
                </a:lnTo>
                <a:lnTo>
                  <a:pt x="4510" y="10"/>
                </a:lnTo>
                <a:lnTo>
                  <a:pt x="4512" y="11"/>
                </a:lnTo>
                <a:lnTo>
                  <a:pt x="4513" y="12"/>
                </a:lnTo>
                <a:lnTo>
                  <a:pt x="4514" y="14"/>
                </a:lnTo>
                <a:lnTo>
                  <a:pt x="4726" y="539"/>
                </a:lnTo>
                <a:lnTo>
                  <a:pt x="4726" y="541"/>
                </a:lnTo>
                <a:lnTo>
                  <a:pt x="4726" y="543"/>
                </a:lnTo>
                <a:lnTo>
                  <a:pt x="4725" y="544"/>
                </a:lnTo>
                <a:lnTo>
                  <a:pt x="4724" y="546"/>
                </a:lnTo>
                <a:lnTo>
                  <a:pt x="4722" y="547"/>
                </a:lnTo>
                <a:lnTo>
                  <a:pt x="4720" y="547"/>
                </a:lnTo>
                <a:lnTo>
                  <a:pt x="4606" y="547"/>
                </a:lnTo>
                <a:close/>
                <a:moveTo>
                  <a:pt x="4720" y="536"/>
                </a:moveTo>
                <a:lnTo>
                  <a:pt x="4715" y="544"/>
                </a:lnTo>
                <a:lnTo>
                  <a:pt x="4503" y="18"/>
                </a:lnTo>
                <a:lnTo>
                  <a:pt x="4508" y="22"/>
                </a:lnTo>
                <a:lnTo>
                  <a:pt x="4396" y="22"/>
                </a:lnTo>
                <a:lnTo>
                  <a:pt x="4402" y="18"/>
                </a:lnTo>
                <a:lnTo>
                  <a:pt x="4198" y="543"/>
                </a:lnTo>
                <a:lnTo>
                  <a:pt x="4192" y="536"/>
                </a:lnTo>
                <a:lnTo>
                  <a:pt x="4305" y="536"/>
                </a:lnTo>
                <a:lnTo>
                  <a:pt x="4300" y="539"/>
                </a:lnTo>
                <a:lnTo>
                  <a:pt x="4343" y="420"/>
                </a:lnTo>
                <a:lnTo>
                  <a:pt x="4344" y="419"/>
                </a:lnTo>
                <a:lnTo>
                  <a:pt x="4345" y="417"/>
                </a:lnTo>
                <a:lnTo>
                  <a:pt x="4347" y="417"/>
                </a:lnTo>
                <a:lnTo>
                  <a:pt x="4348" y="416"/>
                </a:lnTo>
                <a:lnTo>
                  <a:pt x="4560" y="416"/>
                </a:lnTo>
                <a:lnTo>
                  <a:pt x="4562" y="417"/>
                </a:lnTo>
                <a:lnTo>
                  <a:pt x="4563" y="417"/>
                </a:lnTo>
                <a:lnTo>
                  <a:pt x="4565" y="419"/>
                </a:lnTo>
                <a:lnTo>
                  <a:pt x="4565" y="420"/>
                </a:lnTo>
                <a:lnTo>
                  <a:pt x="4611" y="539"/>
                </a:lnTo>
                <a:lnTo>
                  <a:pt x="4606" y="536"/>
                </a:lnTo>
                <a:lnTo>
                  <a:pt x="4720" y="536"/>
                </a:lnTo>
                <a:close/>
                <a:moveTo>
                  <a:pt x="4447" y="140"/>
                </a:moveTo>
                <a:lnTo>
                  <a:pt x="4458" y="140"/>
                </a:lnTo>
                <a:lnTo>
                  <a:pt x="4386" y="335"/>
                </a:lnTo>
                <a:lnTo>
                  <a:pt x="4381" y="328"/>
                </a:lnTo>
                <a:lnTo>
                  <a:pt x="4526" y="328"/>
                </a:lnTo>
                <a:lnTo>
                  <a:pt x="4520" y="335"/>
                </a:lnTo>
                <a:lnTo>
                  <a:pt x="4447" y="140"/>
                </a:lnTo>
                <a:close/>
                <a:moveTo>
                  <a:pt x="4531" y="331"/>
                </a:moveTo>
                <a:lnTo>
                  <a:pt x="4531" y="333"/>
                </a:lnTo>
                <a:lnTo>
                  <a:pt x="4531" y="335"/>
                </a:lnTo>
                <a:lnTo>
                  <a:pt x="4530" y="337"/>
                </a:lnTo>
                <a:lnTo>
                  <a:pt x="4529" y="338"/>
                </a:lnTo>
                <a:lnTo>
                  <a:pt x="4528" y="339"/>
                </a:lnTo>
                <a:lnTo>
                  <a:pt x="4526" y="339"/>
                </a:lnTo>
                <a:lnTo>
                  <a:pt x="4381" y="339"/>
                </a:lnTo>
                <a:lnTo>
                  <a:pt x="4379" y="339"/>
                </a:lnTo>
                <a:lnTo>
                  <a:pt x="4378" y="338"/>
                </a:lnTo>
                <a:lnTo>
                  <a:pt x="4377" y="337"/>
                </a:lnTo>
                <a:lnTo>
                  <a:pt x="4376" y="335"/>
                </a:lnTo>
                <a:lnTo>
                  <a:pt x="4375" y="333"/>
                </a:lnTo>
                <a:lnTo>
                  <a:pt x="4376" y="331"/>
                </a:lnTo>
                <a:lnTo>
                  <a:pt x="4447" y="136"/>
                </a:lnTo>
                <a:lnTo>
                  <a:pt x="4448" y="135"/>
                </a:lnTo>
                <a:lnTo>
                  <a:pt x="4449" y="133"/>
                </a:lnTo>
                <a:lnTo>
                  <a:pt x="4451" y="132"/>
                </a:lnTo>
                <a:lnTo>
                  <a:pt x="4453" y="132"/>
                </a:lnTo>
                <a:lnTo>
                  <a:pt x="4455" y="133"/>
                </a:lnTo>
                <a:lnTo>
                  <a:pt x="4457" y="134"/>
                </a:lnTo>
                <a:lnTo>
                  <a:pt x="4458" y="136"/>
                </a:lnTo>
                <a:lnTo>
                  <a:pt x="4531" y="331"/>
                </a:lnTo>
                <a:close/>
                <a:moveTo>
                  <a:pt x="4800" y="16"/>
                </a:moveTo>
                <a:lnTo>
                  <a:pt x="4800" y="14"/>
                </a:lnTo>
                <a:lnTo>
                  <a:pt x="4801" y="12"/>
                </a:lnTo>
                <a:lnTo>
                  <a:pt x="4802" y="11"/>
                </a:lnTo>
                <a:lnTo>
                  <a:pt x="4804" y="10"/>
                </a:lnTo>
                <a:lnTo>
                  <a:pt x="4806" y="10"/>
                </a:lnTo>
                <a:lnTo>
                  <a:pt x="4976" y="10"/>
                </a:lnTo>
                <a:lnTo>
                  <a:pt x="5020" y="10"/>
                </a:lnTo>
                <a:lnTo>
                  <a:pt x="5020" y="10"/>
                </a:lnTo>
                <a:lnTo>
                  <a:pt x="5039" y="11"/>
                </a:lnTo>
                <a:lnTo>
                  <a:pt x="5039" y="11"/>
                </a:lnTo>
                <a:lnTo>
                  <a:pt x="5056" y="12"/>
                </a:lnTo>
                <a:lnTo>
                  <a:pt x="5056" y="12"/>
                </a:lnTo>
                <a:lnTo>
                  <a:pt x="5071" y="13"/>
                </a:lnTo>
                <a:lnTo>
                  <a:pt x="5071" y="13"/>
                </a:lnTo>
                <a:lnTo>
                  <a:pt x="5084" y="14"/>
                </a:lnTo>
                <a:lnTo>
                  <a:pt x="5084" y="14"/>
                </a:lnTo>
                <a:lnTo>
                  <a:pt x="5095" y="16"/>
                </a:lnTo>
                <a:lnTo>
                  <a:pt x="5095" y="16"/>
                </a:lnTo>
                <a:lnTo>
                  <a:pt x="5103" y="18"/>
                </a:lnTo>
                <a:lnTo>
                  <a:pt x="5104" y="18"/>
                </a:lnTo>
                <a:lnTo>
                  <a:pt x="5115" y="21"/>
                </a:lnTo>
                <a:lnTo>
                  <a:pt x="5115" y="22"/>
                </a:lnTo>
                <a:lnTo>
                  <a:pt x="5126" y="26"/>
                </a:lnTo>
                <a:lnTo>
                  <a:pt x="5126" y="26"/>
                </a:lnTo>
                <a:lnTo>
                  <a:pt x="5137" y="31"/>
                </a:lnTo>
                <a:lnTo>
                  <a:pt x="5137" y="31"/>
                </a:lnTo>
                <a:lnTo>
                  <a:pt x="5147" y="37"/>
                </a:lnTo>
                <a:lnTo>
                  <a:pt x="5147" y="38"/>
                </a:lnTo>
                <a:lnTo>
                  <a:pt x="5156" y="44"/>
                </a:lnTo>
                <a:lnTo>
                  <a:pt x="5157" y="45"/>
                </a:lnTo>
                <a:lnTo>
                  <a:pt x="5165" y="53"/>
                </a:lnTo>
                <a:lnTo>
                  <a:pt x="5166" y="53"/>
                </a:lnTo>
                <a:lnTo>
                  <a:pt x="5174" y="62"/>
                </a:lnTo>
                <a:lnTo>
                  <a:pt x="5174" y="62"/>
                </a:lnTo>
                <a:lnTo>
                  <a:pt x="5182" y="71"/>
                </a:lnTo>
                <a:lnTo>
                  <a:pt x="5182" y="72"/>
                </a:lnTo>
                <a:lnTo>
                  <a:pt x="5190" y="82"/>
                </a:lnTo>
                <a:lnTo>
                  <a:pt x="5190" y="82"/>
                </a:lnTo>
                <a:lnTo>
                  <a:pt x="5196" y="93"/>
                </a:lnTo>
                <a:lnTo>
                  <a:pt x="5196" y="94"/>
                </a:lnTo>
                <a:lnTo>
                  <a:pt x="5202" y="106"/>
                </a:lnTo>
                <a:lnTo>
                  <a:pt x="5202" y="106"/>
                </a:lnTo>
                <a:lnTo>
                  <a:pt x="5206" y="118"/>
                </a:lnTo>
                <a:lnTo>
                  <a:pt x="5206" y="119"/>
                </a:lnTo>
                <a:lnTo>
                  <a:pt x="5209" y="132"/>
                </a:lnTo>
                <a:lnTo>
                  <a:pt x="5210" y="133"/>
                </a:lnTo>
                <a:lnTo>
                  <a:pt x="5212" y="146"/>
                </a:lnTo>
                <a:lnTo>
                  <a:pt x="5212" y="147"/>
                </a:lnTo>
                <a:lnTo>
                  <a:pt x="5214" y="161"/>
                </a:lnTo>
                <a:lnTo>
                  <a:pt x="5214" y="162"/>
                </a:lnTo>
                <a:lnTo>
                  <a:pt x="5214" y="177"/>
                </a:lnTo>
                <a:lnTo>
                  <a:pt x="5214" y="178"/>
                </a:lnTo>
                <a:lnTo>
                  <a:pt x="5214" y="189"/>
                </a:lnTo>
                <a:lnTo>
                  <a:pt x="5214" y="190"/>
                </a:lnTo>
                <a:lnTo>
                  <a:pt x="5213" y="201"/>
                </a:lnTo>
                <a:lnTo>
                  <a:pt x="5213" y="201"/>
                </a:lnTo>
                <a:lnTo>
                  <a:pt x="5212" y="212"/>
                </a:lnTo>
                <a:lnTo>
                  <a:pt x="5212" y="213"/>
                </a:lnTo>
                <a:lnTo>
                  <a:pt x="5210" y="223"/>
                </a:lnTo>
                <a:lnTo>
                  <a:pt x="5210" y="223"/>
                </a:lnTo>
                <a:lnTo>
                  <a:pt x="5207" y="233"/>
                </a:lnTo>
                <a:lnTo>
                  <a:pt x="5207" y="233"/>
                </a:lnTo>
                <a:lnTo>
                  <a:pt x="5204" y="243"/>
                </a:lnTo>
                <a:lnTo>
                  <a:pt x="5204" y="243"/>
                </a:lnTo>
                <a:lnTo>
                  <a:pt x="5200" y="252"/>
                </a:lnTo>
                <a:lnTo>
                  <a:pt x="5200" y="253"/>
                </a:lnTo>
                <a:lnTo>
                  <a:pt x="5196" y="261"/>
                </a:lnTo>
                <a:lnTo>
                  <a:pt x="5196" y="261"/>
                </a:lnTo>
                <a:lnTo>
                  <a:pt x="5191" y="270"/>
                </a:lnTo>
                <a:lnTo>
                  <a:pt x="5191" y="270"/>
                </a:lnTo>
                <a:lnTo>
                  <a:pt x="5186" y="278"/>
                </a:lnTo>
                <a:lnTo>
                  <a:pt x="5186" y="278"/>
                </a:lnTo>
                <a:lnTo>
                  <a:pt x="5181" y="285"/>
                </a:lnTo>
                <a:lnTo>
                  <a:pt x="5181" y="285"/>
                </a:lnTo>
                <a:lnTo>
                  <a:pt x="5175" y="292"/>
                </a:lnTo>
                <a:lnTo>
                  <a:pt x="5175" y="292"/>
                </a:lnTo>
                <a:lnTo>
                  <a:pt x="5169" y="299"/>
                </a:lnTo>
                <a:lnTo>
                  <a:pt x="5169" y="299"/>
                </a:lnTo>
                <a:lnTo>
                  <a:pt x="5163" y="305"/>
                </a:lnTo>
                <a:lnTo>
                  <a:pt x="5163" y="305"/>
                </a:lnTo>
                <a:lnTo>
                  <a:pt x="5157" y="310"/>
                </a:lnTo>
                <a:lnTo>
                  <a:pt x="5156" y="311"/>
                </a:lnTo>
                <a:lnTo>
                  <a:pt x="5150" y="316"/>
                </a:lnTo>
                <a:lnTo>
                  <a:pt x="5149" y="316"/>
                </a:lnTo>
                <a:lnTo>
                  <a:pt x="5136" y="324"/>
                </a:lnTo>
                <a:lnTo>
                  <a:pt x="5135" y="325"/>
                </a:lnTo>
                <a:lnTo>
                  <a:pt x="5122" y="332"/>
                </a:lnTo>
                <a:lnTo>
                  <a:pt x="5121" y="332"/>
                </a:lnTo>
                <a:lnTo>
                  <a:pt x="5114" y="335"/>
                </a:lnTo>
                <a:lnTo>
                  <a:pt x="5114" y="335"/>
                </a:lnTo>
                <a:lnTo>
                  <a:pt x="5107" y="338"/>
                </a:lnTo>
                <a:lnTo>
                  <a:pt x="5107" y="338"/>
                </a:lnTo>
                <a:lnTo>
                  <a:pt x="5100" y="339"/>
                </a:lnTo>
                <a:lnTo>
                  <a:pt x="5099" y="339"/>
                </a:lnTo>
                <a:lnTo>
                  <a:pt x="5093" y="341"/>
                </a:lnTo>
                <a:lnTo>
                  <a:pt x="5092" y="341"/>
                </a:lnTo>
                <a:lnTo>
                  <a:pt x="5082" y="343"/>
                </a:lnTo>
                <a:lnTo>
                  <a:pt x="5082" y="343"/>
                </a:lnTo>
                <a:lnTo>
                  <a:pt x="5071" y="345"/>
                </a:lnTo>
                <a:lnTo>
                  <a:pt x="5071" y="345"/>
                </a:lnTo>
                <a:lnTo>
                  <a:pt x="5058" y="346"/>
                </a:lnTo>
                <a:lnTo>
                  <a:pt x="5058" y="346"/>
                </a:lnTo>
                <a:lnTo>
                  <a:pt x="5045" y="347"/>
                </a:lnTo>
                <a:lnTo>
                  <a:pt x="5045" y="347"/>
                </a:lnTo>
                <a:lnTo>
                  <a:pt x="5015" y="348"/>
                </a:lnTo>
                <a:lnTo>
                  <a:pt x="5015" y="348"/>
                </a:lnTo>
                <a:lnTo>
                  <a:pt x="4981" y="349"/>
                </a:lnTo>
                <a:lnTo>
                  <a:pt x="4981" y="349"/>
                </a:lnTo>
                <a:lnTo>
                  <a:pt x="4912" y="349"/>
                </a:lnTo>
                <a:lnTo>
                  <a:pt x="4918" y="343"/>
                </a:lnTo>
                <a:lnTo>
                  <a:pt x="4918" y="541"/>
                </a:lnTo>
                <a:lnTo>
                  <a:pt x="4918" y="543"/>
                </a:lnTo>
                <a:lnTo>
                  <a:pt x="4917" y="545"/>
                </a:lnTo>
                <a:lnTo>
                  <a:pt x="4916" y="546"/>
                </a:lnTo>
                <a:lnTo>
                  <a:pt x="4914" y="547"/>
                </a:lnTo>
                <a:lnTo>
                  <a:pt x="4912" y="547"/>
                </a:lnTo>
                <a:lnTo>
                  <a:pt x="4806" y="547"/>
                </a:lnTo>
                <a:lnTo>
                  <a:pt x="4804" y="547"/>
                </a:lnTo>
                <a:lnTo>
                  <a:pt x="4802" y="546"/>
                </a:lnTo>
                <a:lnTo>
                  <a:pt x="4801" y="545"/>
                </a:lnTo>
                <a:lnTo>
                  <a:pt x="4800" y="543"/>
                </a:lnTo>
                <a:lnTo>
                  <a:pt x="4800" y="541"/>
                </a:lnTo>
                <a:lnTo>
                  <a:pt x="4800" y="16"/>
                </a:lnTo>
                <a:close/>
                <a:moveTo>
                  <a:pt x="4811" y="541"/>
                </a:moveTo>
                <a:lnTo>
                  <a:pt x="4806" y="536"/>
                </a:lnTo>
                <a:lnTo>
                  <a:pt x="4912" y="536"/>
                </a:lnTo>
                <a:lnTo>
                  <a:pt x="4906" y="541"/>
                </a:lnTo>
                <a:lnTo>
                  <a:pt x="4906" y="343"/>
                </a:lnTo>
                <a:lnTo>
                  <a:pt x="4907" y="341"/>
                </a:lnTo>
                <a:lnTo>
                  <a:pt x="4907" y="340"/>
                </a:lnTo>
                <a:lnTo>
                  <a:pt x="4909" y="338"/>
                </a:lnTo>
                <a:lnTo>
                  <a:pt x="4910" y="338"/>
                </a:lnTo>
                <a:lnTo>
                  <a:pt x="4912" y="337"/>
                </a:lnTo>
                <a:lnTo>
                  <a:pt x="4981" y="337"/>
                </a:lnTo>
                <a:lnTo>
                  <a:pt x="4981" y="337"/>
                </a:lnTo>
                <a:lnTo>
                  <a:pt x="5015" y="337"/>
                </a:lnTo>
                <a:lnTo>
                  <a:pt x="5015" y="337"/>
                </a:lnTo>
                <a:lnTo>
                  <a:pt x="5044" y="336"/>
                </a:lnTo>
                <a:lnTo>
                  <a:pt x="5044" y="336"/>
                </a:lnTo>
                <a:lnTo>
                  <a:pt x="5057" y="335"/>
                </a:lnTo>
                <a:lnTo>
                  <a:pt x="5057" y="335"/>
                </a:lnTo>
                <a:lnTo>
                  <a:pt x="5069" y="333"/>
                </a:lnTo>
                <a:lnTo>
                  <a:pt x="5069" y="333"/>
                </a:lnTo>
                <a:lnTo>
                  <a:pt x="5080" y="332"/>
                </a:lnTo>
                <a:lnTo>
                  <a:pt x="5080" y="332"/>
                </a:lnTo>
                <a:lnTo>
                  <a:pt x="5090" y="330"/>
                </a:lnTo>
                <a:lnTo>
                  <a:pt x="5090" y="330"/>
                </a:lnTo>
                <a:lnTo>
                  <a:pt x="5097" y="328"/>
                </a:lnTo>
                <a:lnTo>
                  <a:pt x="5096" y="329"/>
                </a:lnTo>
                <a:lnTo>
                  <a:pt x="5103" y="326"/>
                </a:lnTo>
                <a:lnTo>
                  <a:pt x="5103" y="327"/>
                </a:lnTo>
                <a:lnTo>
                  <a:pt x="5110" y="324"/>
                </a:lnTo>
                <a:lnTo>
                  <a:pt x="5110" y="324"/>
                </a:lnTo>
                <a:lnTo>
                  <a:pt x="5117" y="321"/>
                </a:lnTo>
                <a:lnTo>
                  <a:pt x="5116" y="321"/>
                </a:lnTo>
                <a:lnTo>
                  <a:pt x="5130" y="314"/>
                </a:lnTo>
                <a:lnTo>
                  <a:pt x="5129" y="315"/>
                </a:lnTo>
                <a:lnTo>
                  <a:pt x="5143" y="306"/>
                </a:lnTo>
                <a:lnTo>
                  <a:pt x="5143" y="306"/>
                </a:lnTo>
                <a:lnTo>
                  <a:pt x="5149" y="302"/>
                </a:lnTo>
                <a:lnTo>
                  <a:pt x="5149" y="302"/>
                </a:lnTo>
                <a:lnTo>
                  <a:pt x="5155" y="296"/>
                </a:lnTo>
                <a:lnTo>
                  <a:pt x="5155" y="297"/>
                </a:lnTo>
                <a:lnTo>
                  <a:pt x="5161" y="291"/>
                </a:lnTo>
                <a:lnTo>
                  <a:pt x="5161" y="291"/>
                </a:lnTo>
                <a:lnTo>
                  <a:pt x="5166" y="285"/>
                </a:lnTo>
                <a:lnTo>
                  <a:pt x="5166" y="285"/>
                </a:lnTo>
                <a:lnTo>
                  <a:pt x="5172" y="278"/>
                </a:lnTo>
                <a:lnTo>
                  <a:pt x="5171" y="279"/>
                </a:lnTo>
                <a:lnTo>
                  <a:pt x="5176" y="272"/>
                </a:lnTo>
                <a:lnTo>
                  <a:pt x="5176" y="272"/>
                </a:lnTo>
                <a:lnTo>
                  <a:pt x="5181" y="264"/>
                </a:lnTo>
                <a:lnTo>
                  <a:pt x="5181" y="264"/>
                </a:lnTo>
                <a:lnTo>
                  <a:pt x="5185" y="256"/>
                </a:lnTo>
                <a:lnTo>
                  <a:pt x="5185" y="257"/>
                </a:lnTo>
                <a:lnTo>
                  <a:pt x="5189" y="248"/>
                </a:lnTo>
                <a:lnTo>
                  <a:pt x="5189" y="249"/>
                </a:lnTo>
                <a:lnTo>
                  <a:pt x="5193" y="240"/>
                </a:lnTo>
                <a:lnTo>
                  <a:pt x="5193" y="240"/>
                </a:lnTo>
                <a:lnTo>
                  <a:pt x="5196" y="230"/>
                </a:lnTo>
                <a:lnTo>
                  <a:pt x="5196" y="231"/>
                </a:lnTo>
                <a:lnTo>
                  <a:pt x="5198" y="221"/>
                </a:lnTo>
                <a:lnTo>
                  <a:pt x="5198" y="221"/>
                </a:lnTo>
                <a:lnTo>
                  <a:pt x="5200" y="211"/>
                </a:lnTo>
                <a:lnTo>
                  <a:pt x="5200" y="211"/>
                </a:lnTo>
                <a:lnTo>
                  <a:pt x="5201" y="200"/>
                </a:lnTo>
                <a:lnTo>
                  <a:pt x="5201" y="200"/>
                </a:lnTo>
                <a:lnTo>
                  <a:pt x="5202" y="189"/>
                </a:lnTo>
                <a:lnTo>
                  <a:pt x="5202" y="189"/>
                </a:lnTo>
                <a:lnTo>
                  <a:pt x="5202" y="178"/>
                </a:lnTo>
                <a:lnTo>
                  <a:pt x="5202" y="178"/>
                </a:lnTo>
                <a:lnTo>
                  <a:pt x="5202" y="163"/>
                </a:lnTo>
                <a:lnTo>
                  <a:pt x="5202" y="163"/>
                </a:lnTo>
                <a:lnTo>
                  <a:pt x="5200" y="148"/>
                </a:lnTo>
                <a:lnTo>
                  <a:pt x="5200" y="149"/>
                </a:lnTo>
                <a:lnTo>
                  <a:pt x="5198" y="135"/>
                </a:lnTo>
                <a:lnTo>
                  <a:pt x="5198" y="135"/>
                </a:lnTo>
                <a:lnTo>
                  <a:pt x="5195" y="122"/>
                </a:lnTo>
                <a:lnTo>
                  <a:pt x="5195" y="123"/>
                </a:lnTo>
                <a:lnTo>
                  <a:pt x="5191" y="110"/>
                </a:lnTo>
                <a:lnTo>
                  <a:pt x="5191" y="111"/>
                </a:lnTo>
                <a:lnTo>
                  <a:pt x="5185" y="99"/>
                </a:lnTo>
                <a:lnTo>
                  <a:pt x="5186" y="99"/>
                </a:lnTo>
                <a:lnTo>
                  <a:pt x="5180" y="88"/>
                </a:lnTo>
                <a:lnTo>
                  <a:pt x="5180" y="89"/>
                </a:lnTo>
                <a:lnTo>
                  <a:pt x="5173" y="79"/>
                </a:lnTo>
                <a:lnTo>
                  <a:pt x="5173" y="79"/>
                </a:lnTo>
                <a:lnTo>
                  <a:pt x="5165" y="70"/>
                </a:lnTo>
                <a:lnTo>
                  <a:pt x="5166" y="70"/>
                </a:lnTo>
                <a:lnTo>
                  <a:pt x="5157" y="61"/>
                </a:lnTo>
                <a:lnTo>
                  <a:pt x="5158" y="62"/>
                </a:lnTo>
                <a:lnTo>
                  <a:pt x="5149" y="54"/>
                </a:lnTo>
                <a:lnTo>
                  <a:pt x="5149" y="54"/>
                </a:lnTo>
                <a:lnTo>
                  <a:pt x="5140" y="47"/>
                </a:lnTo>
                <a:lnTo>
                  <a:pt x="5140" y="48"/>
                </a:lnTo>
                <a:lnTo>
                  <a:pt x="5131" y="42"/>
                </a:lnTo>
                <a:lnTo>
                  <a:pt x="5131" y="42"/>
                </a:lnTo>
                <a:lnTo>
                  <a:pt x="5121" y="37"/>
                </a:lnTo>
                <a:lnTo>
                  <a:pt x="5121" y="37"/>
                </a:lnTo>
                <a:lnTo>
                  <a:pt x="5111" y="33"/>
                </a:lnTo>
                <a:lnTo>
                  <a:pt x="5111" y="33"/>
                </a:lnTo>
                <a:lnTo>
                  <a:pt x="5100" y="29"/>
                </a:lnTo>
                <a:lnTo>
                  <a:pt x="5101" y="30"/>
                </a:lnTo>
                <a:lnTo>
                  <a:pt x="5092" y="28"/>
                </a:lnTo>
                <a:lnTo>
                  <a:pt x="5092" y="28"/>
                </a:lnTo>
                <a:lnTo>
                  <a:pt x="5082" y="26"/>
                </a:lnTo>
                <a:lnTo>
                  <a:pt x="5082" y="26"/>
                </a:lnTo>
                <a:lnTo>
                  <a:pt x="5070" y="25"/>
                </a:lnTo>
                <a:lnTo>
                  <a:pt x="5070" y="25"/>
                </a:lnTo>
                <a:lnTo>
                  <a:pt x="5055" y="24"/>
                </a:lnTo>
                <a:lnTo>
                  <a:pt x="5055" y="24"/>
                </a:lnTo>
                <a:lnTo>
                  <a:pt x="5038" y="23"/>
                </a:lnTo>
                <a:lnTo>
                  <a:pt x="5039" y="23"/>
                </a:lnTo>
                <a:lnTo>
                  <a:pt x="5020" y="22"/>
                </a:lnTo>
                <a:lnTo>
                  <a:pt x="5020" y="22"/>
                </a:lnTo>
                <a:lnTo>
                  <a:pt x="4976" y="22"/>
                </a:lnTo>
                <a:lnTo>
                  <a:pt x="4805" y="22"/>
                </a:lnTo>
                <a:lnTo>
                  <a:pt x="4811" y="16"/>
                </a:lnTo>
                <a:lnTo>
                  <a:pt x="4811" y="541"/>
                </a:lnTo>
                <a:lnTo>
                  <a:pt x="4811" y="541"/>
                </a:lnTo>
                <a:close/>
                <a:moveTo>
                  <a:pt x="4918" y="254"/>
                </a:moveTo>
                <a:lnTo>
                  <a:pt x="4912" y="249"/>
                </a:lnTo>
                <a:lnTo>
                  <a:pt x="4970" y="249"/>
                </a:lnTo>
                <a:lnTo>
                  <a:pt x="4970" y="249"/>
                </a:lnTo>
                <a:lnTo>
                  <a:pt x="4999" y="248"/>
                </a:lnTo>
                <a:lnTo>
                  <a:pt x="4998" y="248"/>
                </a:lnTo>
                <a:lnTo>
                  <a:pt x="5011" y="248"/>
                </a:lnTo>
                <a:lnTo>
                  <a:pt x="5011" y="248"/>
                </a:lnTo>
                <a:lnTo>
                  <a:pt x="5022" y="247"/>
                </a:lnTo>
                <a:lnTo>
                  <a:pt x="5022" y="247"/>
                </a:lnTo>
                <a:lnTo>
                  <a:pt x="5031" y="246"/>
                </a:lnTo>
                <a:lnTo>
                  <a:pt x="5031" y="246"/>
                </a:lnTo>
                <a:lnTo>
                  <a:pt x="5040" y="244"/>
                </a:lnTo>
                <a:lnTo>
                  <a:pt x="5039" y="244"/>
                </a:lnTo>
                <a:lnTo>
                  <a:pt x="5047" y="242"/>
                </a:lnTo>
                <a:lnTo>
                  <a:pt x="5046" y="243"/>
                </a:lnTo>
                <a:lnTo>
                  <a:pt x="5052" y="241"/>
                </a:lnTo>
                <a:lnTo>
                  <a:pt x="5052" y="241"/>
                </a:lnTo>
                <a:lnTo>
                  <a:pt x="5057" y="239"/>
                </a:lnTo>
                <a:lnTo>
                  <a:pt x="5056" y="239"/>
                </a:lnTo>
                <a:lnTo>
                  <a:pt x="5061" y="236"/>
                </a:lnTo>
                <a:lnTo>
                  <a:pt x="5061" y="236"/>
                </a:lnTo>
                <a:lnTo>
                  <a:pt x="5065" y="233"/>
                </a:lnTo>
                <a:lnTo>
                  <a:pt x="5065" y="234"/>
                </a:lnTo>
                <a:lnTo>
                  <a:pt x="5069" y="231"/>
                </a:lnTo>
                <a:lnTo>
                  <a:pt x="5069" y="231"/>
                </a:lnTo>
                <a:lnTo>
                  <a:pt x="5073" y="227"/>
                </a:lnTo>
                <a:lnTo>
                  <a:pt x="5073" y="228"/>
                </a:lnTo>
                <a:lnTo>
                  <a:pt x="5077" y="224"/>
                </a:lnTo>
                <a:lnTo>
                  <a:pt x="5076" y="224"/>
                </a:lnTo>
                <a:lnTo>
                  <a:pt x="5080" y="220"/>
                </a:lnTo>
                <a:lnTo>
                  <a:pt x="5080" y="221"/>
                </a:lnTo>
                <a:lnTo>
                  <a:pt x="5083" y="216"/>
                </a:lnTo>
                <a:lnTo>
                  <a:pt x="5082" y="217"/>
                </a:lnTo>
                <a:lnTo>
                  <a:pt x="5085" y="212"/>
                </a:lnTo>
                <a:lnTo>
                  <a:pt x="5085" y="213"/>
                </a:lnTo>
                <a:lnTo>
                  <a:pt x="5087" y="208"/>
                </a:lnTo>
                <a:lnTo>
                  <a:pt x="5087" y="208"/>
                </a:lnTo>
                <a:lnTo>
                  <a:pt x="5089" y="204"/>
                </a:lnTo>
                <a:lnTo>
                  <a:pt x="5089" y="204"/>
                </a:lnTo>
                <a:lnTo>
                  <a:pt x="5091" y="199"/>
                </a:lnTo>
                <a:lnTo>
                  <a:pt x="5091" y="199"/>
                </a:lnTo>
                <a:lnTo>
                  <a:pt x="5092" y="194"/>
                </a:lnTo>
                <a:lnTo>
                  <a:pt x="5092" y="195"/>
                </a:lnTo>
                <a:lnTo>
                  <a:pt x="5093" y="189"/>
                </a:lnTo>
                <a:lnTo>
                  <a:pt x="5093" y="190"/>
                </a:lnTo>
                <a:lnTo>
                  <a:pt x="5093" y="184"/>
                </a:lnTo>
                <a:lnTo>
                  <a:pt x="5093" y="185"/>
                </a:lnTo>
                <a:lnTo>
                  <a:pt x="5094" y="179"/>
                </a:lnTo>
                <a:lnTo>
                  <a:pt x="5094" y="179"/>
                </a:lnTo>
                <a:lnTo>
                  <a:pt x="5093" y="172"/>
                </a:lnTo>
                <a:lnTo>
                  <a:pt x="5093" y="173"/>
                </a:lnTo>
                <a:lnTo>
                  <a:pt x="5093" y="166"/>
                </a:lnTo>
                <a:lnTo>
                  <a:pt x="5093" y="166"/>
                </a:lnTo>
                <a:lnTo>
                  <a:pt x="5091" y="160"/>
                </a:lnTo>
                <a:lnTo>
                  <a:pt x="5092" y="160"/>
                </a:lnTo>
                <a:lnTo>
                  <a:pt x="5090" y="154"/>
                </a:lnTo>
                <a:lnTo>
                  <a:pt x="5090" y="155"/>
                </a:lnTo>
                <a:lnTo>
                  <a:pt x="5087" y="149"/>
                </a:lnTo>
                <a:lnTo>
                  <a:pt x="5088" y="149"/>
                </a:lnTo>
                <a:lnTo>
                  <a:pt x="5085" y="144"/>
                </a:lnTo>
                <a:lnTo>
                  <a:pt x="5085" y="144"/>
                </a:lnTo>
                <a:lnTo>
                  <a:pt x="5082" y="139"/>
                </a:lnTo>
                <a:lnTo>
                  <a:pt x="5082" y="140"/>
                </a:lnTo>
                <a:lnTo>
                  <a:pt x="5078" y="135"/>
                </a:lnTo>
                <a:lnTo>
                  <a:pt x="5078" y="135"/>
                </a:lnTo>
                <a:lnTo>
                  <a:pt x="5074" y="131"/>
                </a:lnTo>
                <a:lnTo>
                  <a:pt x="5074" y="131"/>
                </a:lnTo>
                <a:lnTo>
                  <a:pt x="5070" y="127"/>
                </a:lnTo>
                <a:lnTo>
                  <a:pt x="5070" y="127"/>
                </a:lnTo>
                <a:lnTo>
                  <a:pt x="5065" y="124"/>
                </a:lnTo>
                <a:lnTo>
                  <a:pt x="5066" y="124"/>
                </a:lnTo>
                <a:lnTo>
                  <a:pt x="5060" y="121"/>
                </a:lnTo>
                <a:lnTo>
                  <a:pt x="5061" y="121"/>
                </a:lnTo>
                <a:lnTo>
                  <a:pt x="5055" y="118"/>
                </a:lnTo>
                <a:lnTo>
                  <a:pt x="5056" y="119"/>
                </a:lnTo>
                <a:lnTo>
                  <a:pt x="5050" y="116"/>
                </a:lnTo>
                <a:lnTo>
                  <a:pt x="5051" y="116"/>
                </a:lnTo>
                <a:lnTo>
                  <a:pt x="5045" y="115"/>
                </a:lnTo>
                <a:lnTo>
                  <a:pt x="5045" y="115"/>
                </a:lnTo>
                <a:lnTo>
                  <a:pt x="5039" y="113"/>
                </a:lnTo>
                <a:lnTo>
                  <a:pt x="5039" y="114"/>
                </a:lnTo>
                <a:lnTo>
                  <a:pt x="5027" y="112"/>
                </a:lnTo>
                <a:lnTo>
                  <a:pt x="5028" y="112"/>
                </a:lnTo>
                <a:lnTo>
                  <a:pt x="5011" y="111"/>
                </a:lnTo>
                <a:lnTo>
                  <a:pt x="5011" y="111"/>
                </a:lnTo>
                <a:lnTo>
                  <a:pt x="4990" y="110"/>
                </a:lnTo>
                <a:lnTo>
                  <a:pt x="4990" y="110"/>
                </a:lnTo>
                <a:lnTo>
                  <a:pt x="4964" y="110"/>
                </a:lnTo>
                <a:lnTo>
                  <a:pt x="4912" y="110"/>
                </a:lnTo>
                <a:lnTo>
                  <a:pt x="4918" y="104"/>
                </a:lnTo>
                <a:lnTo>
                  <a:pt x="4918" y="254"/>
                </a:lnTo>
                <a:lnTo>
                  <a:pt x="4918" y="254"/>
                </a:lnTo>
                <a:close/>
                <a:moveTo>
                  <a:pt x="4906" y="104"/>
                </a:moveTo>
                <a:lnTo>
                  <a:pt x="4907" y="103"/>
                </a:lnTo>
                <a:lnTo>
                  <a:pt x="4907" y="101"/>
                </a:lnTo>
                <a:lnTo>
                  <a:pt x="4909" y="100"/>
                </a:lnTo>
                <a:lnTo>
                  <a:pt x="4910" y="99"/>
                </a:lnTo>
                <a:lnTo>
                  <a:pt x="4912" y="99"/>
                </a:lnTo>
                <a:lnTo>
                  <a:pt x="4963" y="99"/>
                </a:lnTo>
                <a:lnTo>
                  <a:pt x="4989" y="99"/>
                </a:lnTo>
                <a:lnTo>
                  <a:pt x="4990" y="99"/>
                </a:lnTo>
                <a:lnTo>
                  <a:pt x="5011" y="100"/>
                </a:lnTo>
                <a:lnTo>
                  <a:pt x="5011" y="100"/>
                </a:lnTo>
                <a:lnTo>
                  <a:pt x="5028" y="101"/>
                </a:lnTo>
                <a:lnTo>
                  <a:pt x="5028" y="101"/>
                </a:lnTo>
                <a:lnTo>
                  <a:pt x="5040" y="103"/>
                </a:lnTo>
                <a:lnTo>
                  <a:pt x="5040" y="103"/>
                </a:lnTo>
                <a:lnTo>
                  <a:pt x="5047" y="104"/>
                </a:lnTo>
                <a:lnTo>
                  <a:pt x="5047" y="104"/>
                </a:lnTo>
                <a:lnTo>
                  <a:pt x="5053" y="106"/>
                </a:lnTo>
                <a:lnTo>
                  <a:pt x="5054" y="106"/>
                </a:lnTo>
                <a:lnTo>
                  <a:pt x="5059" y="108"/>
                </a:lnTo>
                <a:lnTo>
                  <a:pt x="5060" y="109"/>
                </a:lnTo>
                <a:lnTo>
                  <a:pt x="5065" y="111"/>
                </a:lnTo>
                <a:lnTo>
                  <a:pt x="5066" y="112"/>
                </a:lnTo>
                <a:lnTo>
                  <a:pt x="5071" y="115"/>
                </a:lnTo>
                <a:lnTo>
                  <a:pt x="5071" y="115"/>
                </a:lnTo>
                <a:lnTo>
                  <a:pt x="5076" y="119"/>
                </a:lnTo>
                <a:lnTo>
                  <a:pt x="5077" y="119"/>
                </a:lnTo>
                <a:lnTo>
                  <a:pt x="5081" y="123"/>
                </a:lnTo>
                <a:lnTo>
                  <a:pt x="5082" y="123"/>
                </a:lnTo>
                <a:lnTo>
                  <a:pt x="5086" y="128"/>
                </a:lnTo>
                <a:lnTo>
                  <a:pt x="5086" y="128"/>
                </a:lnTo>
                <a:lnTo>
                  <a:pt x="5090" y="133"/>
                </a:lnTo>
                <a:lnTo>
                  <a:pt x="5091" y="133"/>
                </a:lnTo>
                <a:lnTo>
                  <a:pt x="5094" y="139"/>
                </a:lnTo>
                <a:lnTo>
                  <a:pt x="5094" y="139"/>
                </a:lnTo>
                <a:lnTo>
                  <a:pt x="5097" y="145"/>
                </a:lnTo>
                <a:lnTo>
                  <a:pt x="5098" y="145"/>
                </a:lnTo>
                <a:lnTo>
                  <a:pt x="5100" y="151"/>
                </a:lnTo>
                <a:lnTo>
                  <a:pt x="5100" y="151"/>
                </a:lnTo>
                <a:lnTo>
                  <a:pt x="5102" y="157"/>
                </a:lnTo>
                <a:lnTo>
                  <a:pt x="5102" y="158"/>
                </a:lnTo>
                <a:lnTo>
                  <a:pt x="5103" y="164"/>
                </a:lnTo>
                <a:lnTo>
                  <a:pt x="5104" y="165"/>
                </a:lnTo>
                <a:lnTo>
                  <a:pt x="5104" y="172"/>
                </a:lnTo>
                <a:lnTo>
                  <a:pt x="5104" y="172"/>
                </a:lnTo>
                <a:lnTo>
                  <a:pt x="5105" y="179"/>
                </a:lnTo>
                <a:lnTo>
                  <a:pt x="5105" y="179"/>
                </a:lnTo>
                <a:lnTo>
                  <a:pt x="5104" y="185"/>
                </a:lnTo>
                <a:lnTo>
                  <a:pt x="5104" y="186"/>
                </a:lnTo>
                <a:lnTo>
                  <a:pt x="5104" y="191"/>
                </a:lnTo>
                <a:lnTo>
                  <a:pt x="5104" y="192"/>
                </a:lnTo>
                <a:lnTo>
                  <a:pt x="5103" y="197"/>
                </a:lnTo>
                <a:lnTo>
                  <a:pt x="5103" y="197"/>
                </a:lnTo>
                <a:lnTo>
                  <a:pt x="5101" y="203"/>
                </a:lnTo>
                <a:lnTo>
                  <a:pt x="5101" y="203"/>
                </a:lnTo>
                <a:lnTo>
                  <a:pt x="5100" y="208"/>
                </a:lnTo>
                <a:lnTo>
                  <a:pt x="5099" y="209"/>
                </a:lnTo>
                <a:lnTo>
                  <a:pt x="5097" y="213"/>
                </a:lnTo>
                <a:lnTo>
                  <a:pt x="5097" y="214"/>
                </a:lnTo>
                <a:lnTo>
                  <a:pt x="5095" y="219"/>
                </a:lnTo>
                <a:lnTo>
                  <a:pt x="5095" y="219"/>
                </a:lnTo>
                <a:lnTo>
                  <a:pt x="5092" y="224"/>
                </a:lnTo>
                <a:lnTo>
                  <a:pt x="5092" y="224"/>
                </a:lnTo>
                <a:lnTo>
                  <a:pt x="5088" y="228"/>
                </a:lnTo>
                <a:lnTo>
                  <a:pt x="5088" y="228"/>
                </a:lnTo>
                <a:lnTo>
                  <a:pt x="5085" y="232"/>
                </a:lnTo>
                <a:lnTo>
                  <a:pt x="5084" y="233"/>
                </a:lnTo>
                <a:lnTo>
                  <a:pt x="5081" y="236"/>
                </a:lnTo>
                <a:lnTo>
                  <a:pt x="5080" y="237"/>
                </a:lnTo>
                <a:lnTo>
                  <a:pt x="5076" y="240"/>
                </a:lnTo>
                <a:lnTo>
                  <a:pt x="5076" y="240"/>
                </a:lnTo>
                <a:lnTo>
                  <a:pt x="5072" y="244"/>
                </a:lnTo>
                <a:lnTo>
                  <a:pt x="5071" y="244"/>
                </a:lnTo>
                <a:lnTo>
                  <a:pt x="5067" y="247"/>
                </a:lnTo>
                <a:lnTo>
                  <a:pt x="5066" y="247"/>
                </a:lnTo>
                <a:lnTo>
                  <a:pt x="5062" y="249"/>
                </a:lnTo>
                <a:lnTo>
                  <a:pt x="5061" y="250"/>
                </a:lnTo>
                <a:lnTo>
                  <a:pt x="5056" y="252"/>
                </a:lnTo>
                <a:lnTo>
                  <a:pt x="5056" y="252"/>
                </a:lnTo>
                <a:lnTo>
                  <a:pt x="5050" y="254"/>
                </a:lnTo>
                <a:lnTo>
                  <a:pt x="5049" y="254"/>
                </a:lnTo>
                <a:lnTo>
                  <a:pt x="5042" y="256"/>
                </a:lnTo>
                <a:lnTo>
                  <a:pt x="5042" y="256"/>
                </a:lnTo>
                <a:lnTo>
                  <a:pt x="5033" y="257"/>
                </a:lnTo>
                <a:lnTo>
                  <a:pt x="5033" y="257"/>
                </a:lnTo>
                <a:lnTo>
                  <a:pt x="5023" y="258"/>
                </a:lnTo>
                <a:lnTo>
                  <a:pt x="5023" y="258"/>
                </a:lnTo>
                <a:lnTo>
                  <a:pt x="5012" y="259"/>
                </a:lnTo>
                <a:lnTo>
                  <a:pt x="5012" y="259"/>
                </a:lnTo>
                <a:lnTo>
                  <a:pt x="4999" y="260"/>
                </a:lnTo>
                <a:lnTo>
                  <a:pt x="4999" y="260"/>
                </a:lnTo>
                <a:lnTo>
                  <a:pt x="4971" y="260"/>
                </a:lnTo>
                <a:lnTo>
                  <a:pt x="4971" y="260"/>
                </a:lnTo>
                <a:lnTo>
                  <a:pt x="4913" y="260"/>
                </a:lnTo>
                <a:lnTo>
                  <a:pt x="4911" y="260"/>
                </a:lnTo>
                <a:lnTo>
                  <a:pt x="4909" y="259"/>
                </a:lnTo>
                <a:lnTo>
                  <a:pt x="4908" y="258"/>
                </a:lnTo>
                <a:lnTo>
                  <a:pt x="4907" y="257"/>
                </a:lnTo>
                <a:lnTo>
                  <a:pt x="4907" y="255"/>
                </a:lnTo>
                <a:lnTo>
                  <a:pt x="4907" y="104"/>
                </a:lnTo>
                <a:lnTo>
                  <a:pt x="4906" y="104"/>
                </a:lnTo>
                <a:close/>
                <a:moveTo>
                  <a:pt x="5320" y="16"/>
                </a:moveTo>
                <a:lnTo>
                  <a:pt x="5320" y="14"/>
                </a:lnTo>
                <a:lnTo>
                  <a:pt x="5321" y="12"/>
                </a:lnTo>
                <a:lnTo>
                  <a:pt x="5322" y="11"/>
                </a:lnTo>
                <a:lnTo>
                  <a:pt x="5324" y="10"/>
                </a:lnTo>
                <a:lnTo>
                  <a:pt x="5326" y="10"/>
                </a:lnTo>
                <a:lnTo>
                  <a:pt x="5715" y="10"/>
                </a:lnTo>
                <a:lnTo>
                  <a:pt x="5717" y="10"/>
                </a:lnTo>
                <a:lnTo>
                  <a:pt x="5719" y="11"/>
                </a:lnTo>
                <a:lnTo>
                  <a:pt x="5720" y="12"/>
                </a:lnTo>
                <a:lnTo>
                  <a:pt x="5721" y="14"/>
                </a:lnTo>
                <a:lnTo>
                  <a:pt x="5721" y="16"/>
                </a:lnTo>
                <a:lnTo>
                  <a:pt x="5721" y="104"/>
                </a:lnTo>
                <a:lnTo>
                  <a:pt x="5721" y="106"/>
                </a:lnTo>
                <a:lnTo>
                  <a:pt x="5720" y="108"/>
                </a:lnTo>
                <a:lnTo>
                  <a:pt x="5719" y="109"/>
                </a:lnTo>
                <a:lnTo>
                  <a:pt x="5717" y="110"/>
                </a:lnTo>
                <a:lnTo>
                  <a:pt x="5715" y="110"/>
                </a:lnTo>
                <a:lnTo>
                  <a:pt x="5432" y="110"/>
                </a:lnTo>
                <a:lnTo>
                  <a:pt x="5438" y="104"/>
                </a:lnTo>
                <a:lnTo>
                  <a:pt x="5438" y="221"/>
                </a:lnTo>
                <a:lnTo>
                  <a:pt x="5432" y="215"/>
                </a:lnTo>
                <a:lnTo>
                  <a:pt x="5696" y="215"/>
                </a:lnTo>
                <a:lnTo>
                  <a:pt x="5697" y="216"/>
                </a:lnTo>
                <a:lnTo>
                  <a:pt x="5699" y="216"/>
                </a:lnTo>
                <a:lnTo>
                  <a:pt x="5700" y="217"/>
                </a:lnTo>
                <a:lnTo>
                  <a:pt x="5701" y="219"/>
                </a:lnTo>
                <a:lnTo>
                  <a:pt x="5701" y="221"/>
                </a:lnTo>
                <a:lnTo>
                  <a:pt x="5701" y="310"/>
                </a:lnTo>
                <a:lnTo>
                  <a:pt x="5701" y="312"/>
                </a:lnTo>
                <a:lnTo>
                  <a:pt x="5700" y="313"/>
                </a:lnTo>
                <a:lnTo>
                  <a:pt x="5699" y="314"/>
                </a:lnTo>
                <a:lnTo>
                  <a:pt x="5697" y="315"/>
                </a:lnTo>
                <a:lnTo>
                  <a:pt x="5695" y="315"/>
                </a:lnTo>
                <a:lnTo>
                  <a:pt x="5432" y="315"/>
                </a:lnTo>
                <a:lnTo>
                  <a:pt x="5438" y="310"/>
                </a:lnTo>
                <a:lnTo>
                  <a:pt x="5438" y="453"/>
                </a:lnTo>
                <a:lnTo>
                  <a:pt x="5432" y="447"/>
                </a:lnTo>
                <a:lnTo>
                  <a:pt x="5725" y="447"/>
                </a:lnTo>
                <a:lnTo>
                  <a:pt x="5727" y="447"/>
                </a:lnTo>
                <a:lnTo>
                  <a:pt x="5729" y="448"/>
                </a:lnTo>
                <a:lnTo>
                  <a:pt x="5730" y="449"/>
                </a:lnTo>
                <a:lnTo>
                  <a:pt x="5731" y="451"/>
                </a:lnTo>
                <a:lnTo>
                  <a:pt x="5731" y="453"/>
                </a:lnTo>
                <a:lnTo>
                  <a:pt x="5731" y="541"/>
                </a:lnTo>
                <a:lnTo>
                  <a:pt x="5731" y="543"/>
                </a:lnTo>
                <a:lnTo>
                  <a:pt x="5730" y="545"/>
                </a:lnTo>
                <a:lnTo>
                  <a:pt x="5729" y="546"/>
                </a:lnTo>
                <a:lnTo>
                  <a:pt x="5727" y="547"/>
                </a:lnTo>
                <a:lnTo>
                  <a:pt x="5725" y="547"/>
                </a:lnTo>
                <a:lnTo>
                  <a:pt x="5326" y="547"/>
                </a:lnTo>
                <a:lnTo>
                  <a:pt x="5324" y="547"/>
                </a:lnTo>
                <a:lnTo>
                  <a:pt x="5322" y="546"/>
                </a:lnTo>
                <a:lnTo>
                  <a:pt x="5321" y="545"/>
                </a:lnTo>
                <a:lnTo>
                  <a:pt x="5320" y="543"/>
                </a:lnTo>
                <a:lnTo>
                  <a:pt x="5320" y="541"/>
                </a:lnTo>
                <a:lnTo>
                  <a:pt x="5320" y="16"/>
                </a:lnTo>
                <a:close/>
                <a:moveTo>
                  <a:pt x="5331" y="541"/>
                </a:moveTo>
                <a:lnTo>
                  <a:pt x="5326" y="536"/>
                </a:lnTo>
                <a:lnTo>
                  <a:pt x="5725" y="536"/>
                </a:lnTo>
                <a:lnTo>
                  <a:pt x="5720" y="541"/>
                </a:lnTo>
                <a:lnTo>
                  <a:pt x="5720" y="453"/>
                </a:lnTo>
                <a:lnTo>
                  <a:pt x="5725" y="458"/>
                </a:lnTo>
                <a:lnTo>
                  <a:pt x="5432" y="458"/>
                </a:lnTo>
                <a:lnTo>
                  <a:pt x="5430" y="458"/>
                </a:lnTo>
                <a:lnTo>
                  <a:pt x="5429" y="457"/>
                </a:lnTo>
                <a:lnTo>
                  <a:pt x="5427" y="456"/>
                </a:lnTo>
                <a:lnTo>
                  <a:pt x="5427" y="454"/>
                </a:lnTo>
                <a:lnTo>
                  <a:pt x="5426" y="453"/>
                </a:lnTo>
                <a:lnTo>
                  <a:pt x="5426" y="310"/>
                </a:lnTo>
                <a:lnTo>
                  <a:pt x="5427" y="308"/>
                </a:lnTo>
                <a:lnTo>
                  <a:pt x="5427" y="306"/>
                </a:lnTo>
                <a:lnTo>
                  <a:pt x="5429" y="305"/>
                </a:lnTo>
                <a:lnTo>
                  <a:pt x="5430" y="304"/>
                </a:lnTo>
                <a:lnTo>
                  <a:pt x="5432" y="304"/>
                </a:lnTo>
                <a:lnTo>
                  <a:pt x="5695" y="304"/>
                </a:lnTo>
                <a:lnTo>
                  <a:pt x="5690" y="310"/>
                </a:lnTo>
                <a:lnTo>
                  <a:pt x="5690" y="221"/>
                </a:lnTo>
                <a:lnTo>
                  <a:pt x="5695" y="226"/>
                </a:lnTo>
                <a:lnTo>
                  <a:pt x="5432" y="226"/>
                </a:lnTo>
                <a:lnTo>
                  <a:pt x="5430" y="226"/>
                </a:lnTo>
                <a:lnTo>
                  <a:pt x="5429" y="225"/>
                </a:lnTo>
                <a:lnTo>
                  <a:pt x="5427" y="224"/>
                </a:lnTo>
                <a:lnTo>
                  <a:pt x="5427" y="223"/>
                </a:lnTo>
                <a:lnTo>
                  <a:pt x="5426" y="221"/>
                </a:lnTo>
                <a:lnTo>
                  <a:pt x="5426" y="104"/>
                </a:lnTo>
                <a:lnTo>
                  <a:pt x="5427" y="103"/>
                </a:lnTo>
                <a:lnTo>
                  <a:pt x="5427" y="101"/>
                </a:lnTo>
                <a:lnTo>
                  <a:pt x="5429" y="100"/>
                </a:lnTo>
                <a:lnTo>
                  <a:pt x="5430" y="99"/>
                </a:lnTo>
                <a:lnTo>
                  <a:pt x="5432" y="99"/>
                </a:lnTo>
                <a:lnTo>
                  <a:pt x="5715" y="99"/>
                </a:lnTo>
                <a:lnTo>
                  <a:pt x="5710" y="104"/>
                </a:lnTo>
                <a:lnTo>
                  <a:pt x="5710" y="16"/>
                </a:lnTo>
                <a:lnTo>
                  <a:pt x="5715" y="21"/>
                </a:lnTo>
                <a:lnTo>
                  <a:pt x="5326" y="21"/>
                </a:lnTo>
                <a:lnTo>
                  <a:pt x="5331" y="16"/>
                </a:lnTo>
                <a:lnTo>
                  <a:pt x="5331" y="541"/>
                </a:lnTo>
                <a:lnTo>
                  <a:pt x="5331" y="541"/>
                </a:lnTo>
                <a:close/>
              </a:path>
            </a:pathLst>
          </a:custGeom>
          <a:solidFill>
            <a:srgbClr val="FFFFFF">
              <a:alpha val="45000"/>
            </a:srgb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chemeClr val="tx1">
                  <a:alpha val="4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1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2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3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7"/>
</p:tagLst>
</file>

<file path=ppt/tags/tag3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4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</p:tagLst>
</file>

<file path=ppt/tags/tag4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4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4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4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4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</p:tagLst>
</file>

<file path=ppt/tags/tag6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6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7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8"/>
</p:tagLst>
</file>

<file path=ppt/tags/tag7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5204"/>
</p:tagLst>
</file>

<file path=ppt/tags/tag8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5204"/>
</p:tagLst>
</file>

<file path=ppt/tags/tag8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5204"/>
  <p:tag name="KSO_WM_TEMPLATE_CATEGORY" val="custom"/>
  <p:tag name="KSO_WM_TEMPLATE_MASTER_TYPE" val="0"/>
</p:tagLst>
</file>

<file path=ppt/tags/tag9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9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1"/>
</p:tagLst>
</file>

<file path=ppt/tags/tag1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1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12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7"/>
</p:tagLst>
</file>

<file path=ppt/tags/tag1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13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</p:tagLst>
</file>

<file path=ppt/tags/tag13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3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13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13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3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13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</p:tagLst>
</file>

<file path=ppt/tags/tag15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15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5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16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8"/>
</p:tagLst>
</file>

<file path=ppt/tags/tag16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5204"/>
</p:tagLst>
</file>

<file path=ppt/tags/tag17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5204"/>
</p:tagLst>
</file>

<file path=ppt/tags/tag17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5204"/>
  <p:tag name="KSO_WM_TEMPLATE_CATEGORY" val="custom"/>
  <p:tag name="KSO_WM_TEMPLATE_MASTER_TYPE" val="0"/>
</p:tagLst>
</file>

<file path=ppt/tags/tag18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40495204_1*b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ISCONTENTSTITLE" val="0"/>
  <p:tag name="KSO_WM_UNIT_VALUE" val="21"/>
  <p:tag name="KSO_WM_UNIT_TEXT_TYPE" val="1"/>
  <p:tag name="KSO_WM_UNIT_NOCLEAR" val="0"/>
  <p:tag name="KSO_WM_UNIT_PRESET_TEXT" val=" WPS,a click to unlimited possibilities"/>
</p:tagLst>
</file>

<file path=ppt/tags/tag18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添加标题单击添加文档标题"/>
  <p:tag name="KSO_WM_UNIT_ID" val="custom40495204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ISCONTENTSTITLE" val="0"/>
  <p:tag name="KSO_WM_UNIT_VALUE" val="14"/>
</p:tagLst>
</file>

<file path=ppt/tags/tag18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custom40495204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</p:tagLst>
</file>

<file path=ppt/tags/tag184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40495204"/>
  <p:tag name="KSO_WM_TEMPLATE_CATEGORY" val="custom"/>
  <p:tag name="KSO_WM_SLIDE_INDEX" val="1"/>
  <p:tag name="KSO_WM_SLIDE_ID" val="custom40495204_1"/>
  <p:tag name="KSO_WM_TEMPLATE_MASTER_TYPE" val="0"/>
  <p:tag name="KSO_WM_SLIDE_LAYOUT" val="a_b"/>
  <p:tag name="KSO_WM_SLIDE_LAYOUT_CNT" val="1_1"/>
</p:tagLst>
</file>

<file path=ppt/tags/tag185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40495204_4*l_h_i*1_1_2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40495204"/>
  <p:tag name="KSO_WM_TEMPLATE_CATEGORY" val="custom"/>
  <p:tag name="KSO_WM_UNIT_TEXT_TYPE" val="0"/>
  <p:tag name="KSO_WM_UNIT_NOCLEAR" val="1"/>
  <p:tag name="KSO_WM_UNIT_PRESET_TEXT" val="01"/>
  <p:tag name="KSO_WM_DIAGRAM_MAX_ITEMCNT" val="6"/>
  <p:tag name="KSO_WM_DIAGRAM_MIN_ITEMCNT" val="2"/>
  <p:tag name="KSO_WM_DIAGRAM_VIRTUALLY_FRAME" val="{&quot;height&quot;:176.7109375,&quot;left&quot;:142.48748108390745,&quot;top&quot;:194.73547613188975,&quot;width&quot;:901.32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type&quot;:0},&quot;glow&quot;:{&quot;colorType&quot;:0},&quot;line&quot;:{&quot;gradient&quot;:[{&quot;brightness&quot;:0.949999988079071,&quot;colorType&quot;:1,&quot;foreColorIndex&quot;:5,&quot;pos&quot;:0.30000001192092896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}"/>
  <p:tag name="KSO_WM_UNIT_TEXT_FORE_SCHEMECOLOR_INDEX" val="5"/>
  <p:tag name="KSO_WM_UNIT_USESOURCEFORMAT_APPLY" val="1"/>
</p:tagLst>
</file>

<file path=ppt/tags/tag186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40495204_4*l_h_f*1_1_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40495204"/>
  <p:tag name="KSO_WM_TEMPLATE_CATEGORY" val="custom"/>
  <p:tag name="KSO_WM_UNIT_SUBTYPE" val="a"/>
  <p:tag name="KSO_WM_UNIT_TEXT_LAYER_COUNT" val="1"/>
  <p:tag name="KSO_WM_UNIT_TEXT_TYPE" val="1"/>
  <p:tag name="KSO_WM_UNIT_NOCLEAR" val="0"/>
  <p:tag name="KSO_WM_UNIT_PRESET_TEXT" val="单击添加&#10;目录项标题"/>
  <p:tag name="KSO_WM_DIAGRAM_MAX_ITEMCNT" val="6"/>
  <p:tag name="KSO_WM_DIAGRAM_MIN_ITEMCNT" val="2"/>
  <p:tag name="KSO_WM_DIAGRAM_VIRTUALLY_FRAME" val="{&quot;height&quot;:176.7109375,&quot;left&quot;:142.48748108390745,&quot;top&quot;:194.73547613188975,&quot;width&quot;:901.32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87.xml><?xml version="1.0" encoding="utf-8"?>
<p:tagLst xmlns:p="http://schemas.openxmlformats.org/presentationml/2006/main">
  <p:tag name="KSO_WM_UNIT_TYPE" val="l_h_i"/>
  <p:tag name="KSO_WM_UNIT_INDEX" val="1_1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40495204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40495204"/>
  <p:tag name="KSO_WM_TEMPLATE_CATEGORY" val="custom"/>
  <p:tag name="KSO_WM_DIAGRAM_MAX_ITEMCNT" val="6"/>
  <p:tag name="KSO_WM_DIAGRAM_MIN_ITEMCNT" val="2"/>
  <p:tag name="KSO_WM_DIAGRAM_VIRTUALLY_FRAME" val="{&quot;height&quot;:176.7109375,&quot;left&quot;:142.48748108390745,&quot;top&quot;:194.73547613188975,&quot;width&quot;:901.3251953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88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40495204_4*l_h_i*1_2_2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40495204"/>
  <p:tag name="KSO_WM_TEMPLATE_CATEGORY" val="custom"/>
  <p:tag name="KSO_WM_UNIT_TEXT_TYPE" val="0"/>
  <p:tag name="KSO_WM_UNIT_NOCLEAR" val="1"/>
  <p:tag name="KSO_WM_UNIT_PRESET_TEXT" val="02"/>
  <p:tag name="KSO_WM_DIAGRAM_MAX_ITEMCNT" val="6"/>
  <p:tag name="KSO_WM_DIAGRAM_MIN_ITEMCNT" val="2"/>
  <p:tag name="KSO_WM_DIAGRAM_VIRTUALLY_FRAME" val="{&quot;height&quot;:176.7109375,&quot;left&quot;:142.48748108390745,&quot;top&quot;:194.73547613188975,&quot;width&quot;:901.32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type&quot;:0},&quot;glow&quot;:{&quot;colorType&quot;:0},&quot;line&quot;:{&quot;gradient&quot;:[{&quot;brightness&quot;:0.949999988079071,&quot;colorType&quot;:1,&quot;foreColorIndex&quot;:5,&quot;pos&quot;:0.30000001192092896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}"/>
  <p:tag name="KSO_WM_UNIT_TEXT_FORE_SCHEMECOLOR_INDEX" val="5"/>
  <p:tag name="KSO_WM_UNIT_USESOURCEFORMAT_APPLY" val="1"/>
</p:tagLst>
</file>

<file path=ppt/tags/tag189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40495204_4*l_h_f*1_2_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40495204"/>
  <p:tag name="KSO_WM_TEMPLATE_CATEGORY" val="custom"/>
  <p:tag name="KSO_WM_UNIT_SUBTYPE" val="a"/>
  <p:tag name="KSO_WM_UNIT_TEXT_LAYER_COUNT" val="1"/>
  <p:tag name="KSO_WM_UNIT_TEXT_TYPE" val="1"/>
  <p:tag name="KSO_WM_UNIT_NOCLEAR" val="0"/>
  <p:tag name="KSO_WM_UNIT_PRESET_TEXT" val="单击添加&#10;目录项标题"/>
  <p:tag name="KSO_WM_DIAGRAM_MAX_ITEMCNT" val="6"/>
  <p:tag name="KSO_WM_DIAGRAM_MIN_ITEMCNT" val="2"/>
  <p:tag name="KSO_WM_DIAGRAM_VIRTUALLY_FRAME" val="{&quot;height&quot;:176.7109375,&quot;left&quot;:142.48748108390745,&quot;top&quot;:194.73547613188975,&quot;width&quot;:901.32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0.xml><?xml version="1.0" encoding="utf-8"?>
<p:tagLst xmlns:p="http://schemas.openxmlformats.org/presentationml/2006/main">
  <p:tag name="KSO_WM_UNIT_TYPE" val="l_h_i"/>
  <p:tag name="KSO_WM_UNIT_INDEX" val="1_2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40495204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40495204"/>
  <p:tag name="KSO_WM_TEMPLATE_CATEGORY" val="custom"/>
  <p:tag name="KSO_WM_DIAGRAM_MAX_ITEMCNT" val="6"/>
  <p:tag name="KSO_WM_DIAGRAM_MIN_ITEMCNT" val="2"/>
  <p:tag name="KSO_WM_DIAGRAM_VIRTUALLY_FRAME" val="{&quot;height&quot;:176.7109375,&quot;left&quot;:142.48748108390745,&quot;top&quot;:194.73547613188975,&quot;width&quot;:901.3251953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91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40495204_4*l_h_i*1_3_2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40495204"/>
  <p:tag name="KSO_WM_TEMPLATE_CATEGORY" val="custom"/>
  <p:tag name="KSO_WM_UNIT_TEXT_TYPE" val="0"/>
  <p:tag name="KSO_WM_UNIT_NOCLEAR" val="1"/>
  <p:tag name="KSO_WM_UNIT_PRESET_TEXT" val="03"/>
  <p:tag name="KSO_WM_DIAGRAM_MAX_ITEMCNT" val="6"/>
  <p:tag name="KSO_WM_DIAGRAM_MIN_ITEMCNT" val="2"/>
  <p:tag name="KSO_WM_DIAGRAM_VIRTUALLY_FRAME" val="{&quot;height&quot;:176.7109375,&quot;left&quot;:142.48748108390745,&quot;top&quot;:194.73547613188975,&quot;width&quot;:901.32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type&quot;:0},&quot;glow&quot;:{&quot;colorType&quot;:0},&quot;line&quot;:{&quot;gradient&quot;:[{&quot;brightness&quot;:0.949999988079071,&quot;colorType&quot;:1,&quot;foreColorIndex&quot;:5,&quot;pos&quot;:0.30000001192092896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}"/>
  <p:tag name="KSO_WM_UNIT_TEXT_FORE_SCHEMECOLOR_INDEX" val="5"/>
  <p:tag name="KSO_WM_UNIT_USESOURCEFORMAT_APPLY" val="1"/>
</p:tagLst>
</file>

<file path=ppt/tags/tag192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40495204_4*l_h_f*1_3_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40495204"/>
  <p:tag name="KSO_WM_TEMPLATE_CATEGORY" val="custom"/>
  <p:tag name="KSO_WM_UNIT_SUBTYPE" val="a"/>
  <p:tag name="KSO_WM_UNIT_TEXT_LAYER_COUNT" val="1"/>
  <p:tag name="KSO_WM_UNIT_TEXT_TYPE" val="1"/>
  <p:tag name="KSO_WM_UNIT_NOCLEAR" val="0"/>
  <p:tag name="KSO_WM_UNIT_PRESET_TEXT" val="单击添加&#10;目录项标题"/>
  <p:tag name="KSO_WM_DIAGRAM_MAX_ITEMCNT" val="6"/>
  <p:tag name="KSO_WM_DIAGRAM_MIN_ITEMCNT" val="2"/>
  <p:tag name="KSO_WM_DIAGRAM_VIRTUALLY_FRAME" val="{&quot;height&quot;:176.7109375,&quot;left&quot;:142.48748108390745,&quot;top&quot;:194.73547613188975,&quot;width&quot;:901.32519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3.xml><?xml version="1.0" encoding="utf-8"?>
<p:tagLst xmlns:p="http://schemas.openxmlformats.org/presentationml/2006/main">
  <p:tag name="KSO_WM_UNIT_TYPE" val="l_h_i"/>
  <p:tag name="KSO_WM_UNIT_INDEX" val="1_3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40495204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40495204"/>
  <p:tag name="KSO_WM_TEMPLATE_CATEGORY" val="custom"/>
  <p:tag name="KSO_WM_DIAGRAM_MAX_ITEMCNT" val="6"/>
  <p:tag name="KSO_WM_DIAGRAM_MIN_ITEMCNT" val="2"/>
  <p:tag name="KSO_WM_DIAGRAM_VIRTUALLY_FRAME" val="{&quot;height&quot;:176.7109375,&quot;left&quot;:142.48748108390745,&quot;top&quot;:194.73547613188975,&quot;width&quot;:901.3251953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94.xml><?xml version="1.0" encoding="utf-8"?>
<p:tagLst xmlns:p="http://schemas.openxmlformats.org/presentationml/2006/main">
  <p:tag name="KSO_WM_UNIT_TYPE" val="l_h_i"/>
  <p:tag name="KSO_WM_UNIT_INDEX" val="1_4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40495204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40495204"/>
  <p:tag name="KSO_WM_TEMPLATE_CATEGORY" val="custom"/>
  <p:tag name="KSO_WM_DIAGRAM_MAX_ITEMCNT" val="6"/>
  <p:tag name="KSO_WM_DIAGRAM_MIN_ITEMCNT" val="2"/>
  <p:tag name="KSO_WM_DIAGRAM_VIRTUALLY_FRAME" val="{&quot;height&quot;:176.7109375,&quot;left&quot;:142.48748108390745,&quot;top&quot;:194.73547613188975,&quot;width&quot;:901.3251953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9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40495204_4*a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TEXT_TYPE" val="0"/>
  <p:tag name="KSO_WM_UNIT_NOCLEAR" val="1"/>
  <p:tag name="KSO_WM_UNIT_PRESET_TEXT" val="目录"/>
  <p:tag name="KSO_WM_UNIT_TEXT_FILL_FORE_SCHEMECOLOR_INDEX" val="5"/>
  <p:tag name="KSO_WM_UNIT_USESOURCEFORMAT_APPLY" val="1"/>
</p:tagLst>
</file>

<file path=ppt/tags/tag19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40495204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LINE_FORE_SCHEMECOLOR_INDEX" val="5"/>
  <p:tag name="KSO_WM_UNIT_LINE_FILL_TYPE" val="2"/>
  <p:tag name="KSO_WM_UNIT_TEXT_FORE_SCHEMECOLOR_INDEX" val="5"/>
  <p:tag name="KSO_WM_UNIT_USESOURCEFORMAT_APPLY" val="1"/>
</p:tagLst>
</file>

<file path=ppt/tags/tag197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40495204"/>
  <p:tag name="KSO_WM_TEMPLATE_CATEGORY" val="custom"/>
  <p:tag name="KSO_WM_SLIDE_INDEX" val="4"/>
  <p:tag name="KSO_WM_SLIDE_ID" val="custom40495204_4"/>
  <p:tag name="KSO_WM_TEMPLATE_MASTER_TYPE" val="0"/>
  <p:tag name="KSO_WM_SLIDE_LAYOUT" val="a_l"/>
  <p:tag name="KSO_WM_SLIDE_LAYOUT_CNT" val="1_1"/>
  <p:tag name="KSO_WM_SLIDE_DIAGTYPE" val="l"/>
</p:tagLst>
</file>

<file path=ppt/tags/tag1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5204_7*a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ISCONTENTSTITLE" val="0"/>
  <p:tag name="KSO_WM_UNIT_VALUE" val="16"/>
  <p:tag name="KSO_WM_UNIT_TEXT_TYPE" val="1"/>
  <p:tag name="KSO_WM_UNIT_NOCLEAR" val="0"/>
  <p:tag name="KSO_WM_UNIT_PRESET_TEXT" val="添加章节标题"/>
</p:tagLst>
</file>

<file path=ppt/tags/tag199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40495204_7*e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VALUE" val="7"/>
  <p:tag name="KSO_WM_UNIT_TEXT_TYPE" val="0"/>
  <p:tag name="KSO_WM_UNIT_NOCLEAR" val="1"/>
  <p:tag name="KSO_WM_UNIT_PRESET_TEXT" val="PART ONE"/>
</p:tagLst>
</file>

<file path=ppt/tags/tag200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40495204"/>
  <p:tag name="KSO_WM_TEMPLATE_CATEGORY" val="custom"/>
  <p:tag name="KSO_WM_SLIDE_INDEX" val="7"/>
  <p:tag name="KSO_WM_SLIDE_ID" val="custom40495204_7"/>
  <p:tag name="KSO_WM_TEMPLATE_MASTER_TYPE" val="0"/>
  <p:tag name="KSO_WM_SLIDE_LAYOUT" val="a_e"/>
  <p:tag name="KSO_WM_SLIDE_LAYOUT_CNT" val="1_1"/>
</p:tagLst>
</file>

<file path=ppt/tags/tag2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5087_1*a*1"/>
  <p:tag name="KSO_WM_TEMPLATE_CATEGORY" val="custom"/>
  <p:tag name="KSO_WM_TEMPLATE_INDEX" val="20235087"/>
  <p:tag name="KSO_WM_UNIT_LAYERLEVEL" val="1"/>
  <p:tag name="KSO_WM_TAG_VERSION" val="3.0"/>
  <p:tag name="KSO_WM_BEAUTIFY_FLAG" val="#wm#"/>
  <p:tag name="KSO_WM_UNIT_TEXT_TYPE" val="1"/>
  <p:tag name="KSO_WM_UNIT_PRESET_TEXT" val="单击此处添加页面的标题"/>
  <p:tag name="KSO_WM_UNIT_TEXT_FILL_FORE_SCHEMECOLOR_INDEX" val="13"/>
  <p:tag name="KSO_WM_UNIT_TEXT_FILL_TYPE" val="1"/>
  <p:tag name="KSO_WM_UNIT_USESOURCEFORMAT_APPLY" val="0"/>
</p:tagLst>
</file>

<file path=ppt/tags/tag202.xml><?xml version="1.0" encoding="utf-8"?>
<p:tagLst xmlns:p="http://schemas.openxmlformats.org/presentationml/2006/main">
  <p:tag name="TABLE_ENDDRAG_ORIGIN_RECT" val="864*180"/>
  <p:tag name="TABLE_ENDDRAG_RECT" val="47*312*864*180"/>
  <p:tag name="KSO_WM_UNIT_VALUE" val="672*299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β"/>
  <p:tag name="KSO_WM_UNIT_INDEX" val="1"/>
  <p:tag name="KSO_WM_UNIT_ID" val="custom20235087_1*β*1"/>
  <p:tag name="KSO_WM_TEMPLATE_CATEGORY" val="custom"/>
  <p:tag name="KSO_WM_TEMPLATE_INDEX" val="20235087"/>
  <p:tag name="KSO_WM_UNIT_LAYERLEVEL" val="1"/>
  <p:tag name="KSO_WM_TAG_VERSION" val="3.0"/>
  <p:tag name="KSO_WM_BEAUTIFY_FLAG" val="#wm#"/>
  <p:tag name="KSO_WM_UNIT_USESOURCEFORMAT_APPLY" val="0"/>
</p:tagLst>
</file>

<file path=ppt/tags/tag20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5087_1*f*1"/>
  <p:tag name="KSO_WM_TEMPLATE_CATEGORY" val="custom"/>
  <p:tag name="KSO_WM_TEMPLATE_INDEX" val="20235087"/>
  <p:tag name="KSO_WM_UNIT_LAYERLEVEL" val="1"/>
  <p:tag name="KSO_WM_TAG_VERSION" val="3.0"/>
  <p:tag name="KSO_WM_BEAUTIFY_FLAG" val="#wm#"/>
  <p:tag name="KSO_WM_UNIT_TEXT_LAYER_COUNT" val="1"/>
  <p:tag name="KSO_WM_DIAGRAM_GROUP_CODE" val="l1-1"/>
  <p:tag name="KSO_WM_UNIT_TEXT_TYPE" val="1"/>
  <p:tag name="KSO_WM_UNIT_PRESET_TEXT" val="单击此处输入你的项正文，文字是思想的提炼，请尽量言简意赅的阐述观点单击此处输入你的项正文。"/>
  <p:tag name="KSO_WM_UNIT_TEXT_FILL_FORE_SCHEMECOLOR_INDEX" val="13"/>
  <p:tag name="KSO_WM_UNIT_TEXT_FILL_TYPE" val="1"/>
  <p:tag name="KSO_WM_UNIT_USESOURCEFORMAT_APPLY" val="0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5087_1*i*1"/>
  <p:tag name="KSO_WM_TEMPLATE_CATEGORY" val="custom"/>
  <p:tag name="KSO_WM_TEMPLATE_INDEX" val="20235087"/>
  <p:tag name="KSO_WM_UNIT_LAYERLEVEL" val="1"/>
  <p:tag name="KSO_WM_TAG_VERSION" val="3.0"/>
  <p:tag name="KSO_WM_BEAUTIFY_FLAG" val="#wm#"/>
  <p:tag name="KSO_WM_UNIT_FILL_FORE_SCHEMECOLOR_INDEX" val="5"/>
  <p:tag name="KSO_WM_UNIT_TEXT_FILL_FORE_SCHEMECOLOR_INDEX" val="13"/>
  <p:tag name="KSO_WM_UNIT_TEXT_FILL_TYPE" val="1"/>
  <p:tag name="KSO_WM_UNIT_USESOURCEFORMAT_APPLY" val="0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5686_1*l_h_i*1_1_1"/>
  <p:tag name="KSO_WM_TEMPLATE_CATEGORY" val="diagram"/>
  <p:tag name="KSO_WM_TEMPLATE_INDEX" val="2023568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4"/>
  <p:tag name="KSO_WM_DIAGRAM_MAX_ITEMCNT" val="6"/>
  <p:tag name="KSO_WM_DIAGRAM_MIN_ITEMCNT" val="3"/>
  <p:tag name="KSO_WM_DIAGRAM_VIRTUALLY_FRAME" val="{&quot;height&quot;:121.05000305175781,&quot;left&quot;:48.4,&quot;top&quot;:175.6499984741211,&quot;width&quot;:864.75}"/>
  <p:tag name="KSO_WM_DIAGRAM_COLOR_MATCH_VALUE" val="{&quot;shape&quot;:{&quot;fill&quot;:{&quot;solid&quot;:{&quot;brightness&quot;:0.4000000059604645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686_1*l_h_a*1_1_1"/>
  <p:tag name="KSO_WM_TEMPLATE_CATEGORY" val="diagram"/>
  <p:tag name="KSO_WM_TEMPLATE_INDEX" val="20235686"/>
  <p:tag name="KSO_WM_UNIT_LAYERLEVEL" val="1_1_1"/>
  <p:tag name="KSO_WM_TAG_VERSION" val="3.0"/>
  <p:tag name="KSO_WM_BEAUTIFY_FLAG" val="#wm#"/>
  <p:tag name="KSO_WM_UNIT_VALUE" val="14"/>
  <p:tag name="KSO_WM_DIAGRAM_GROUP_CODE" val="l1-1"/>
  <p:tag name="KSO_WM_DIAGRAM_VERSION" val="3"/>
  <p:tag name="KSO_WM_DIAGRAM_COLOR_TRICK" val="1"/>
  <p:tag name="KSO_WM_DIAGRAM_COLOR_TEXT_CAN_REMOVE" val="n"/>
  <p:tag name="KSO_WM_UNIT_PRESET_TEXT" val="添加项目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121.05000305175781,&quot;left&quot;:48.4,&quot;top&quot;:175.6499984741211,&quot;width&quot;:864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07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686_1*l_h_f*1_1_1"/>
  <p:tag name="KSO_WM_TEMPLATE_CATEGORY" val="diagram"/>
  <p:tag name="KSO_WM_TEMPLATE_INDEX" val="20235686"/>
  <p:tag name="KSO_WM_UNIT_LAYERLEVEL" val="1_1_1"/>
  <p:tag name="KSO_WM_TAG_VERSION" val="3.0"/>
  <p:tag name="KSO_WM_BEAUTIFY_FLAG" val="#wm#"/>
  <p:tag name="KSO_WM_UNIT_VALUE" val="30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添加正文，文字是您思想的提炼，请言简意赅阐述内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121.05000305175781,&quot;left&quot;:48.4,&quot;top&quot;:175.6499984741211,&quot;width&quot;:864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5686_1*l_h_i*1_1_2"/>
  <p:tag name="KSO_WM_TEMPLATE_CATEGORY" val="diagram"/>
  <p:tag name="KSO_WM_TEMPLATE_INDEX" val="2023568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6"/>
  <p:tag name="KSO_WM_DIAGRAM_MIN_ITEMCNT" val="3"/>
  <p:tag name="KSO_WM_DIAGRAM_VIRTUALLY_FRAME" val="{&quot;height&quot;:121.05000305175781,&quot;left&quot;:48.4,&quot;top&quot;:175.6499984741211,&quot;width&quot;:864.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5686_1*l_h_i*1_2_1"/>
  <p:tag name="KSO_WM_TEMPLATE_CATEGORY" val="diagram"/>
  <p:tag name="KSO_WM_TEMPLATE_INDEX" val="2023568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4"/>
  <p:tag name="KSO_WM_DIAGRAM_MAX_ITEMCNT" val="6"/>
  <p:tag name="KSO_WM_DIAGRAM_MIN_ITEMCNT" val="3"/>
  <p:tag name="KSO_WM_DIAGRAM_VIRTUALLY_FRAME" val="{&quot;height&quot;:121.05000305175781,&quot;left&quot;:48.4,&quot;top&quot;:175.6499984741211,&quot;width&quot;:864.75}"/>
  <p:tag name="KSO_WM_DIAGRAM_COLOR_MATCH_VALUE" val="{&quot;shape&quot;:{&quot;fill&quot;:{&quot;solid&quot;:{&quot;brightness&quot;:0.4000000059604645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5686_1*l_h_a*1_2_1"/>
  <p:tag name="KSO_WM_TEMPLATE_CATEGORY" val="diagram"/>
  <p:tag name="KSO_WM_TEMPLATE_INDEX" val="20235686"/>
  <p:tag name="KSO_WM_UNIT_LAYERLEVEL" val="1_1_1"/>
  <p:tag name="KSO_WM_TAG_VERSION" val="3.0"/>
  <p:tag name="KSO_WM_BEAUTIFY_FLAG" val="#wm#"/>
  <p:tag name="KSO_WM_UNIT_VALUE" val="14"/>
  <p:tag name="KSO_WM_DIAGRAM_GROUP_CODE" val="l1-1"/>
  <p:tag name="KSO_WM_DIAGRAM_VERSION" val="3"/>
  <p:tag name="KSO_WM_DIAGRAM_COLOR_TRICK" val="1"/>
  <p:tag name="KSO_WM_DIAGRAM_COLOR_TEXT_CAN_REMOVE" val="n"/>
  <p:tag name="KSO_WM_UNIT_PRESET_TEXT" val="添加项目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121.05000305175781,&quot;left&quot;:48.4,&quot;top&quot;:175.6499984741211,&quot;width&quot;:864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11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686_1*l_h_f*1_2_1"/>
  <p:tag name="KSO_WM_TEMPLATE_CATEGORY" val="diagram"/>
  <p:tag name="KSO_WM_TEMPLATE_INDEX" val="20235686"/>
  <p:tag name="KSO_WM_UNIT_LAYERLEVEL" val="1_1_1"/>
  <p:tag name="KSO_WM_TAG_VERSION" val="3.0"/>
  <p:tag name="KSO_WM_BEAUTIFY_FLAG" val="#wm#"/>
  <p:tag name="KSO_WM_UNIT_VALUE" val="30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正文，文字是您思想的提炼，请言简意赅阐述内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121.05000305175781,&quot;left&quot;:48.4,&quot;top&quot;:175.6499984741211,&quot;width&quot;:864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5686_1*l_h_i*1_2_2"/>
  <p:tag name="KSO_WM_TEMPLATE_CATEGORY" val="diagram"/>
  <p:tag name="KSO_WM_TEMPLATE_INDEX" val="2023568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6"/>
  <p:tag name="KSO_WM_DIAGRAM_MIN_ITEMCNT" val="3"/>
  <p:tag name="KSO_WM_DIAGRAM_VIRTUALLY_FRAME" val="{&quot;height&quot;:121.05000305175781,&quot;left&quot;:48.4,&quot;top&quot;:175.6499984741211,&quot;width&quot;:864.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5686_1*l_h_i*1_3_1"/>
  <p:tag name="KSO_WM_TEMPLATE_CATEGORY" val="diagram"/>
  <p:tag name="KSO_WM_TEMPLATE_INDEX" val="2023568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4"/>
  <p:tag name="KSO_WM_DIAGRAM_MAX_ITEMCNT" val="6"/>
  <p:tag name="KSO_WM_DIAGRAM_MIN_ITEMCNT" val="3"/>
  <p:tag name="KSO_WM_DIAGRAM_VIRTUALLY_FRAME" val="{&quot;height&quot;:121.05000305175781,&quot;left&quot;:48.4,&quot;top&quot;:175.6499984741211,&quot;width&quot;:864.75}"/>
  <p:tag name="KSO_WM_DIAGRAM_COLOR_MATCH_VALUE" val="{&quot;shape&quot;:{&quot;fill&quot;:{&quot;solid&quot;:{&quot;brightness&quot;:0.4000000059604645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5686_1*l_h_a*1_3_1"/>
  <p:tag name="KSO_WM_TEMPLATE_CATEGORY" val="diagram"/>
  <p:tag name="KSO_WM_TEMPLATE_INDEX" val="2023568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VALUE" val="14"/>
  <p:tag name="KSO_WM_UNIT_PRESET_TEXT" val="添加项目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121.05000305175781,&quot;left&quot;:48.4,&quot;top&quot;:175.6499984741211,&quot;width&quot;:864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15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686_1*l_h_f*1_3_1"/>
  <p:tag name="KSO_WM_TEMPLATE_CATEGORY" val="diagram"/>
  <p:tag name="KSO_WM_TEMPLATE_INDEX" val="2023568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VALUE" val="30"/>
  <p:tag name="KSO_WM_UNIT_PRESET_TEXT" val="添加正文 ，文字是您思想的提炼，请言简意赅阐述内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121.05000305175781,&quot;left&quot;:48.4,&quot;top&quot;:175.6499984741211,&quot;width&quot;:864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35686_1*l_h_i*1_3_2"/>
  <p:tag name="KSO_WM_TEMPLATE_CATEGORY" val="diagram"/>
  <p:tag name="KSO_WM_TEMPLATE_INDEX" val="2023568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6"/>
  <p:tag name="KSO_WM_DIAGRAM_MIN_ITEMCNT" val="3"/>
  <p:tag name="KSO_WM_DIAGRAM_VIRTUALLY_FRAME" val="{&quot;height&quot;:121.05000305175781,&quot;left&quot;:48.4,&quot;top&quot;:175.6499984741211,&quot;width&quot;:864.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217.xml><?xml version="1.0" encoding="utf-8"?>
<p:tagLst xmlns:p="http://schemas.openxmlformats.org/presentationml/2006/main">
  <p:tag name="KSO_WM_SLIDE_ID" val="custom20235087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40495204"/>
  <p:tag name="KSO_WM_SLIDE_TYPE" val="text"/>
  <p:tag name="KSO_WM_SLIDE_SUBTYPE" val="picTxt"/>
  <p:tag name="KSO_WM_SLIDE_SIZE" val="864.75*121.05"/>
  <p:tag name="KSO_WM_SLIDE_POSITION" val="48.4*175.65"/>
  <p:tag name="KSO_WM_SLIDE_LAYOUT" val="a_f_β_l"/>
  <p:tag name="KSO_WM_SLIDE_LAYOUT_CNT" val="1_1_1_1"/>
  <p:tag name="KSO_WM_SPECIAL_SOURCE" val="bdnull"/>
  <p:tag name="KSO_WM_DIAGRAM_GROUP_CODE" val="l1-1"/>
  <p:tag name="KSO_WM_SLIDE_DIAGTYPE" val="l"/>
</p:tagLst>
</file>

<file path=ppt/tags/tag2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452_2*a*1"/>
  <p:tag name="KSO_WM_TEMPLATE_CATEGORY" val="diagram"/>
  <p:tag name="KSO_WM_TEMPLATE_INDEX" val="20231452"/>
  <p:tag name="KSO_WM_UNIT_LAYERLEVEL" val="1"/>
  <p:tag name="KSO_WM_TAG_VERSION" val="3.0"/>
  <p:tag name="KSO_WM_BEAUTIFY_FLAG" val="#wm#"/>
  <p:tag name="KSO_WM_DIAGRAM_GROUP_CODE" val="n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2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UNIT_ID" val="diagram20231452_2*n_h_a*1_1_1"/>
  <p:tag name="KSO_WM_TEMPLATE_CATEGORY" val="diagram"/>
  <p:tag name="KSO_WM_TEMPLATE_INDEX" val="20231452"/>
  <p:tag name="KSO_WM_UNIT_LAYERLEVEL" val="1_1_1"/>
  <p:tag name="KSO_WM_TAG_VERSION" val="3.0"/>
  <p:tag name="KSO_WM_UNIT_TEXT_FILL_FORE_SCHEMECOLOR_INDEX_BRIGHTNESS" val="0.15"/>
  <p:tag name="KSO_WM_DIAGRAM_GROUP_CODE" val="n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33.1499938964844,&quot;left&quot;:64.64999389648438,&quot;top&quot;:140.97500305175782,&quot;width&quot;:830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2_2*n_h_i*1_1_1"/>
  <p:tag name="KSO_WM_TEMPLATE_CATEGORY" val="diagram"/>
  <p:tag name="KSO_WM_TEMPLATE_INDEX" val="20231452"/>
  <p:tag name="KSO_WM_UNIT_LAYERLEVEL" val="1_1_1"/>
  <p:tag name="KSO_WM_TAG_VERSION" val="3.0"/>
  <p:tag name="KSO_WM_DIAGRAM_GROUP_CODE" val="n1-1"/>
  <p:tag name="KSO_WM_UNIT_TYPE" val="n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33.1499938964844,&quot;left&quot;:64.64999389648438,&quot;top&quot;:140.97500305175782,&quot;width&quot;:830.7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2_2*n_h_i*1_1_2"/>
  <p:tag name="KSO_WM_TEMPLATE_CATEGORY" val="diagram"/>
  <p:tag name="KSO_WM_TEMPLATE_INDEX" val="20231452"/>
  <p:tag name="KSO_WM_UNIT_LAYERLEVEL" val="1_1_1"/>
  <p:tag name="KSO_WM_TAG_VERSION" val="3.0"/>
  <p:tag name="KSO_WM_DIAGRAM_GROUP_CODE" val="n1-1"/>
  <p:tag name="KSO_WM_UNIT_TYPE" val="n_h_i"/>
  <p:tag name="KSO_WM_UNIT_INDEX" val="1_1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33.1499938964844,&quot;left&quot;:64.64999389648438,&quot;top&quot;:140.97500305175782,&quot;width&quot;:830.7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2_2*n_h_i*1_1_3"/>
  <p:tag name="KSO_WM_TEMPLATE_CATEGORY" val="diagram"/>
  <p:tag name="KSO_WM_TEMPLATE_INDEX" val="20231452"/>
  <p:tag name="KSO_WM_UNIT_LAYERLEVEL" val="1_1_1"/>
  <p:tag name="KSO_WM_TAG_VERSION" val="3.0"/>
  <p:tag name="KSO_WM_DIAGRAM_GROUP_CODE" val="n1-1"/>
  <p:tag name="KSO_WM_UNIT_TYPE" val="n_h_i"/>
  <p:tag name="KSO_WM_UNIT_INDEX" val="1_1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33.1499938964844,&quot;left&quot;:64.64999389648438,&quot;top&quot;:140.97500305175782,&quot;width&quot;:830.7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223.xml><?xml version="1.0" encoding="utf-8"?>
<p:tagLst xmlns:p="http://schemas.openxmlformats.org/presentationml/2006/main">
  <p:tag name="KSO_WM_UNIT_SUBTYPE" val="a"/>
  <p:tag name="KSO_WM_UNIT_HIGHLIGHT" val="0"/>
  <p:tag name="KSO_WM_TEMPLATE_INDEX" val="20231452"/>
  <p:tag name="KSO_WM_TAG_VERSION" val="3.0"/>
  <p:tag name="KSO_WM_DIAGRAM_GROUP_CODE" val="n1-1"/>
  <p:tag name="KSO_WM_UNIT_INDEX" val="1_2_1_1"/>
  <p:tag name="KSO_WM_DIAGRAM_VIRTUALLY_FRAME" val="{&quot;height&quot;:333.1499938964844,&quot;left&quot;:64.64999389648438,&quot;top&quot;:140.97500305175782,&quot;width&quot;:830.7000122070312}"/>
  <p:tag name="KSO_WM_TEMPLATE_CATEGORY" val="diagram"/>
  <p:tag name="KSO_WM_DIAGRAM_VERSION" val="3"/>
  <p:tag name="KSO_WM_DIAGRAM_COLOR_TEXT_CAN_REMOVE" val="n"/>
  <p:tag name="KSO_WM_UNIT_NOCLEAR" val="0"/>
  <p:tag name="KSO_WM_UNIT_DIAGRAM_ISNUMVISUAL" val="0"/>
  <p:tag name="KSO_WM_UNIT_TYPE" val="n_h_h_f"/>
  <p:tag name="KSO_WM_DIAGRAM_MAX_ITEMCNT" val="6"/>
  <p:tag name="KSO_WM_UNIT_LAYERLEVEL" val="1_1_1_1"/>
  <p:tag name="KSO_WM_UNIT_COMPATIBLE" val="0"/>
  <p:tag name="KSO_WM_DIAGRAM_MIN_ITEMCNT" val="2"/>
  <p:tag name="KSO_WM_UNIT_DIAGRAM_ISREFERUNIT" val="0"/>
  <p:tag name="KSO_WM_DIAGRAM_COLOR_TRICK" val="2"/>
  <p:tag name="KSO_WM_UNIT_ID" val="diagram20231452_2*n_h_h_f*1_2_1_1"/>
  <p:tag name="KSO_WM_UNIT_VALUE" val="60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4000000059604645},&quot;type&quot;:1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TYPE" val="1"/>
  <p:tag name="KSO_WM_UNIT_TEXT_LAYER_COUNT" val="1"/>
  <p:tag name="KSO_WM_BEAUTIFY_FLAG" val="#wm#"/>
  <p:tag name="KSO_WM_UNIT_PRESET_TEXT" val="单击输入你的智能图形正文，文字是您思想的提炼，请尽量言简意赅的阐述观点"/>
  <p:tag name="KSO_WM_UNIT_LINE_FORE_SCHEMECOLOR_INDEX" val="5"/>
  <p:tag name="KSO_WM_UNIT_TEXT_FILL_FORE_SCHEMECOLOR_INDEX" val="1"/>
  <p:tag name="KSO_WM_UNIT_TEXT_FILL_TYPE" val="1"/>
  <p:tag name="KSO_WM_UNIT_USESOURCEFORMAT_APPLY" val="0"/>
</p:tagLst>
</file>

<file path=ppt/tags/tag2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1452_2*n_h_h_a*1_2_1_1"/>
  <p:tag name="KSO_WM_TEMPLATE_CATEGORY" val="diagram"/>
  <p:tag name="KSO_WM_TEMPLATE_INDEX" val="20231452"/>
  <p:tag name="KSO_WM_UNIT_LAYERLEVEL" val="1_1_1_1"/>
  <p:tag name="KSO_WM_TAG_VERSION" val="3.0"/>
  <p:tag name="KSO_WM_UNIT_TEXT_FILL_FORE_SCHEMECOLOR_INDEX_BRIGHTNESS" val="0.15"/>
  <p:tag name="KSO_WM_UNIT_TEXT_FILL_TYPE" val="1"/>
  <p:tag name="KSO_WM_DIAGRAM_GROUP_CODE" val="n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33.1499938964844,&quot;left&quot;:64.64999389648438,&quot;top&quot;:140.97500305175782,&quot;width&quot;:830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FILL_TYPE" val="3"/>
  <p:tag name="KSO_WM_UNIT_SHADOW_SCHEMECOLOR_INDEX" val="5"/>
  <p:tag name="KSO_WM_UNIT_USESOURCEFORMAT_APPLY" val="0"/>
</p:tagLst>
</file>

<file path=ppt/tags/tag22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1452_2*n_h_h_f*1_2_2_1"/>
  <p:tag name="KSO_WM_TEMPLATE_CATEGORY" val="diagram"/>
  <p:tag name="KSO_WM_TEMPLATE_INDEX" val="20231452"/>
  <p:tag name="KSO_WM_UNIT_LAYERLEVEL" val="1_1_1_1"/>
  <p:tag name="KSO_WM_TAG_VERSION" val="3.0"/>
  <p:tag name="KSO_WM_DIAGRAM_GROUP_CODE" val="n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33.1499938964844,&quot;left&quot;:64.64999389648438,&quot;top&quot;:140.97500305175782,&quot;width&quot;:830.700012207031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6,&quot;transparency&quot;:0.4000000059604645},&quot;type&quot;:1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TYPE" val="1"/>
  <p:tag name="KSO_WM_UNIT_TEXT_LAYER_COUNT" val="1"/>
  <p:tag name="KSO_WM_BEAUTIFY_FLAG" val="#wm#"/>
  <p:tag name="KSO_WM_UNIT_PRESET_TEXT" val="单击输入你的智能图形项正文，文字是您思想的提炼，请尽量言简意赅的阐述观点"/>
  <p:tag name="KSO_WM_UNIT_LINE_FORE_SCHEMECOLOR_INDEX" val="6"/>
  <p:tag name="KSO_WM_UNIT_TEXT_FILL_FORE_SCHEMECOLOR_INDEX" val="1"/>
  <p:tag name="KSO_WM_UNIT_TEXT_FILL_TYPE" val="1"/>
  <p:tag name="KSO_WM_UNIT_USESOURCEFORMAT_APPLY" val="0"/>
</p:tagLst>
</file>

<file path=ppt/tags/tag2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1452_2*n_h_h_a*1_2_2_1"/>
  <p:tag name="KSO_WM_TEMPLATE_CATEGORY" val="diagram"/>
  <p:tag name="KSO_WM_TEMPLATE_INDEX" val="20231452"/>
  <p:tag name="KSO_WM_UNIT_LAYERLEVEL" val="1_1_1_1"/>
  <p:tag name="KSO_WM_TAG_VERSION" val="3.0"/>
  <p:tag name="KSO_WM_UNIT_TEXT_FILL_FORE_SCHEMECOLOR_INDEX_BRIGHTNESS" val="0.15"/>
  <p:tag name="KSO_WM_UNIT_TEXT_FILL_TYPE" val="1"/>
  <p:tag name="KSO_WM_DIAGRAM_GROUP_CODE" val="n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33.1499938964844,&quot;left&quot;:64.64999389648438,&quot;top&quot;:140.97500305175782,&quot;width&quot;:830.7000122070312}"/>
  <p:tag name="KSO_WM_DIAGRAM_COLOR_MATCH_VALUE" val="{&quot;shape&quot;:{&quot;fill&quot;:{&quot;gradient&quot;:[{&quot;brightness&quot;:0,&quot;colorType&quot;:1,&quot;foreColorIndex&quot;:6,&quot;pos&quot;:0,&quot;transparency&quot;:0},{&quot;brightness&quot;:-0.25,&quot;colorType&quot;:1,&quot;foreColorIndex&quot;:6,&quot;pos&quot;:1,&quot;transparency&quot;:0}],&quot;type&quot;:3},&quot;glow&quot;:{&quot;colorType&quot;:0},&quot;line&quot;:{&quot;type&quot;:0},&quot;shadow&quot;:{&quot;brightness&quot;:-0.5,&quot;colorType&quot;:1,&quot;foreColorIndex&quot;:6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FILL_TYPE" val="3"/>
  <p:tag name="KSO_WM_UNIT_SHADOW_SCHEMECOLOR_INDEX" val="6"/>
  <p:tag name="KSO_WM_UNIT_USESOURCEFORMAT_APPLY" val="0"/>
</p:tagLst>
</file>

<file path=ppt/tags/tag22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1452_2*n_h_h_f*1_2_3_1"/>
  <p:tag name="KSO_WM_TEMPLATE_CATEGORY" val="diagram"/>
  <p:tag name="KSO_WM_TEMPLATE_INDEX" val="20231452"/>
  <p:tag name="KSO_WM_UNIT_LAYERLEVEL" val="1_1_1_1"/>
  <p:tag name="KSO_WM_TAG_VERSION" val="3.0"/>
  <p:tag name="KSO_WM_DIAGRAM_GROUP_CODE" val="n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33.1499938964844,&quot;left&quot;:64.64999389648438,&quot;top&quot;:140.97500305175782,&quot;width&quot;:830.700012207031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4000000059604645},&quot;type&quot;:1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TYPE" val="1"/>
  <p:tag name="KSO_WM_UNIT_TEXT_LAYER_COUNT" val="1"/>
  <p:tag name="KSO_WM_BEAUTIFY_FLAG" val="#wm#"/>
  <p:tag name="KSO_WM_UNIT_PRESET_TEXT" val="单击输入你的智能图形正文内容，文字是您思想的提炼，请尽量言简意赅的阐述观点"/>
  <p:tag name="KSO_WM_UNIT_LINE_FORE_SCHEMECOLOR_INDEX" val="5"/>
  <p:tag name="KSO_WM_UNIT_TEXT_FILL_FORE_SCHEMECOLOR_INDEX" val="1"/>
  <p:tag name="KSO_WM_UNIT_TEXT_FILL_TYPE" val="1"/>
  <p:tag name="KSO_WM_UNIT_USESOURCEFORMAT_APPLY" val="0"/>
</p:tagLst>
</file>

<file path=ppt/tags/tag2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1452_2*n_h_h_a*1_2_3_1"/>
  <p:tag name="KSO_WM_TEMPLATE_CATEGORY" val="diagram"/>
  <p:tag name="KSO_WM_TEMPLATE_INDEX" val="20231452"/>
  <p:tag name="KSO_WM_UNIT_LAYERLEVEL" val="1_1_1_1"/>
  <p:tag name="KSO_WM_TAG_VERSION" val="3.0"/>
  <p:tag name="KSO_WM_UNIT_TEXT_FILL_FORE_SCHEMECOLOR_INDEX_BRIGHTNESS" val="0.15"/>
  <p:tag name="KSO_WM_UNIT_TEXT_FILL_TYPE" val="1"/>
  <p:tag name="KSO_WM_DIAGRAM_GROUP_CODE" val="n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33.1499938964844,&quot;left&quot;:64.64999389648438,&quot;top&quot;:140.97500305175782,&quot;width&quot;:830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FILL_TYPE" val="3"/>
  <p:tag name="KSO_WM_UNIT_SHADOW_SCHEMECOLOR_INDEX" val="5"/>
  <p:tag name="KSO_WM_UNIT_USESOURCEFORMAT_APPLY" val="0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2_2*n_h_i*1_1_4"/>
  <p:tag name="KSO_WM_TEMPLATE_CATEGORY" val="diagram"/>
  <p:tag name="KSO_WM_TEMPLATE_INDEX" val="20231452"/>
  <p:tag name="KSO_WM_UNIT_LAYERLEVEL" val="1_1_1"/>
  <p:tag name="KSO_WM_TAG_VERSION" val="3.0"/>
  <p:tag name="KSO_WM_DIAGRAM_GROUP_CODE" val="n1-1"/>
  <p:tag name="KSO_WM_UNIT_TYPE" val="n_h_i"/>
  <p:tag name="KSO_WM_UNIT_INDEX" val="1_1_4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33.1499938964844,&quot;left&quot;:64.64999389648438,&quot;top&quot;:140.97500305175782,&quot;width&quot;:830.7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230.xml><?xml version="1.0" encoding="utf-8"?>
<p:tagLst xmlns:p="http://schemas.openxmlformats.org/presentationml/2006/main">
  <p:tag name="KSO_WM_SLIDE_ID" val="diagram2023145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40495204"/>
  <p:tag name="KSO_WM_SLIDE_TYPE" val="text"/>
  <p:tag name="KSO_WM_SLIDE_SUBTYPE" val="diag"/>
  <p:tag name="KSO_WM_SLIDE_SIZE" val="750.3*547.5"/>
  <p:tag name="KSO_WM_SLIDE_POSITION" val="104.85*-37.55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2*l_h_i*1_3_2"/>
  <p:tag name="KSO_WM_TEMPLATE_CATEGORY" val="diagram"/>
  <p:tag name="KSO_WM_TEMPLATE_INDEX" val="20232462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2*l_h_i*1_3_3"/>
  <p:tag name="KSO_WM_TEMPLATE_CATEGORY" val="diagram"/>
  <p:tag name="KSO_WM_TEMPLATE_INDEX" val="20232462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2*l_h_i*1_2_2"/>
  <p:tag name="KSO_WM_TEMPLATE_CATEGORY" val="diagram"/>
  <p:tag name="KSO_WM_TEMPLATE_INDEX" val="20232462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2*l_h_i*1_2_3"/>
  <p:tag name="KSO_WM_TEMPLATE_CATEGORY" val="diagram"/>
  <p:tag name="KSO_WM_TEMPLATE_INDEX" val="20232462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2*l_h_i*1_1_2"/>
  <p:tag name="KSO_WM_TEMPLATE_CATEGORY" val="diagram"/>
  <p:tag name="KSO_WM_TEMPLATE_INDEX" val="20232462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2*l_h_i*1_1_3"/>
  <p:tag name="KSO_WM_TEMPLATE_CATEGORY" val="diagram"/>
  <p:tag name="KSO_WM_TEMPLATE_INDEX" val="20232462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2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2462_2*a*1"/>
  <p:tag name="KSO_WM_TEMPLATE_CATEGORY" val="diagram"/>
  <p:tag name="KSO_WM_TEMPLATE_INDEX" val="20232462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62_2*l_h_i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2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2462_2*l_h_f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文字是您思想的提炼，请尽量言简意赅的阐述观点。单击此处输入正文，文字是您思想的提炼，请尽量言简意赅的阐述观点。单击此处输入您的项正文"/>
  <p:tag name="KSO_WM_UNIT_TEXT_FILL_FORE_SCHEMECOLOR_INDEX" val="1"/>
  <p:tag name="KSO_WM_UNIT_TEXT_FILL_TYPE" val="1"/>
  <p:tag name="KSO_WM_UNIT_USESOURCEFORMAT_APPLY" val="0"/>
</p:tagLst>
</file>

<file path=ppt/tags/tag2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2462_2*l_h_a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2462_2*l_h_i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2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2462_2*l_h_f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文字是您思想的提炼，请尽量言简意赅的阐述观点。单击此处输入您的项正文，文字是您思想的提炼，请尽量言简意赅的阐述观点。单击此处输入您的项正文"/>
  <p:tag name="KSO_WM_UNIT_TEXT_FILL_FORE_SCHEMECOLOR_INDEX" val="1"/>
  <p:tag name="KSO_WM_UNIT_TEXT_FILL_TYPE" val="1"/>
  <p:tag name="KSO_WM_UNIT_USESOURCEFORMAT_APPLY" val="0"/>
</p:tagLst>
</file>

<file path=ppt/tags/tag2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2462_2*l_h_a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2462_2*l_h_i*1_3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2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2462_2*l_h_f*1_3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文字是您思想的提炼，请尽量言简意赅的阐述观点。单击此处输入您的项正文，文字是您思想的提炼，请尽量言简意赅的阐述观点"/>
  <p:tag name="KSO_WM_UNIT_TEXT_FILL_FORE_SCHEMECOLOR_INDEX" val="1"/>
  <p:tag name="KSO_WM_UNIT_TEXT_FILL_TYPE" val="1"/>
  <p:tag name="KSO_WM_UNIT_USESOURCEFORMAT_APPLY" val="0"/>
</p:tagLst>
</file>

<file path=ppt/tags/tag2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2462_2*l_h_a*1_3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8999938964844,&quot;left&quot;:54.45,&quot;top&quot;:122.22500305175781,&quot;width&quot;:851.24409448818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247.xml><?xml version="1.0" encoding="utf-8"?>
<p:tagLst xmlns:p="http://schemas.openxmlformats.org/presentationml/2006/main">
  <p:tag name="KSO_WM_SLIDE_ID" val="diagram202324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40495204"/>
  <p:tag name="KSO_WM_SLIDE_TYPE" val="text"/>
  <p:tag name="KSO_WM_SLIDE_SUBTYPE" val="diag"/>
  <p:tag name="KSO_WM_SLIDE_SIZE" val="851.244*366.05"/>
  <p:tag name="KSO_WM_SLIDE_POSITION" val="54.45*122.6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5204_7*a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ISCONTENTSTITLE" val="0"/>
  <p:tag name="KSO_WM_UNIT_VALUE" val="16"/>
  <p:tag name="KSO_WM_UNIT_TEXT_TYPE" val="1"/>
  <p:tag name="KSO_WM_UNIT_NOCLEAR" val="0"/>
  <p:tag name="KSO_WM_UNIT_PRESET_TEXT" val="添加章节标题"/>
</p:tagLst>
</file>

<file path=ppt/tags/tag249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40495204_7*e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VALUE" val="7"/>
  <p:tag name="KSO_WM_UNIT_TEXT_TYPE" val="0"/>
  <p:tag name="KSO_WM_UNIT_NOCLEAR" val="1"/>
  <p:tag name="KSO_WM_UNIT_PRESET_TEXT" val="PART ONE"/>
</p:tagLst>
</file>

<file path=ppt/tags/tag250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40495204"/>
  <p:tag name="KSO_WM_TEMPLATE_CATEGORY" val="custom"/>
  <p:tag name="KSO_WM_SLIDE_INDEX" val="7"/>
  <p:tag name="KSO_WM_SLIDE_ID" val="custom40495204_7"/>
  <p:tag name="KSO_WM_TEMPLATE_MASTER_TYPE" val="0"/>
  <p:tag name="KSO_WM_SLIDE_LAYOUT" val="a_e"/>
  <p:tag name="KSO_WM_SLIDE_LAYOUT_CNT" val="1_1"/>
</p:tagLst>
</file>

<file path=ppt/tags/tag251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330.47833251953125,&quot;left&quot;:53.899993896484375,&quot;top&quot;:126.96083374023438,&quot;width&quot;:852.2000122070312}"/>
  <p:tag name="KSO_WM_DIAGRAM_VERSION" val="3"/>
  <p:tag name="KSO_WM_DIAGRAM_COLOR_TEXT_CAN_REMOVE" val="n"/>
  <p:tag name="KSO_WM_UNIT_NOCLEAR" val="0"/>
  <p:tag name="KSO_WM_UNIT_HIGHLIGHT" val="0"/>
  <p:tag name="KSO_WM_UNIT_DIAGRAM_ISNUMVISUAL" val="0"/>
  <p:tag name="KSO_WM_UNIT_TYPE" val="l_h_i"/>
  <p:tag name="KSO_WM_UNIT_INDEX" val="1_1_1"/>
  <p:tag name="KSO_WM_UNIT_ID" val="diagram20231438_2*l_h_i*1_1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solid&quot;:{&quot;brightness&quot;:0,&quot;colorType&quot;:2,&quot;rgb&quot;:&quot;#ffffff&quot;,&quot;transparency&quot;:0.949999988079071},&quot;type&quot;:1},&quot;glow&quot;:{&quot;colorType&quot;:0},&quot;line&quot;:{&quot;type&quot;:0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FILL_FORE_SCHEMECOLOR_INDEX" val="1"/>
  <p:tag name="KSO_WM_UNIT_TEXT_FILL_TYPE" val="1"/>
  <p:tag name="KSO_WM_UNIT_TEXT_TYPE" val="1"/>
  <p:tag name="KSO_WM_UNIT_TEXT_LAYER_COUNT" val="1"/>
  <p:tag name="KSO_WM_BEAUTIFY_FLAG" val="#wm#"/>
  <p:tag name="KSO_WM_UNIT_SHADOW_SCHEMECOLOR_INDEX" val="5"/>
  <p:tag name="KSO_WM_UNIT_USESOURCEFORMAT_APPLY" val="0"/>
</p:tagLst>
</file>

<file path=ppt/tags/tag252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330.47833251953125,&quot;left&quot;:53.899993896484375,&quot;top&quot;:126.96083374023438,&quot;width&quot;:852.2000122070312}"/>
  <p:tag name="KSO_WM_DIAGRAM_VERSION" val="3"/>
  <p:tag name="KSO_WM_DIAGRAM_COLOR_TEXT_CAN_REMOVE" val="n"/>
  <p:tag name="KSO_WM_UNIT_NOCLEAR" val="0"/>
  <p:tag name="KSO_WM_UNIT_HIGHLIGHT" val="0"/>
  <p:tag name="KSO_WM_UNIT_DIAGRAM_ISNUMVISUAL" val="0"/>
  <p:tag name="KSO_WM_UNIT_TYPE" val="l_h_i"/>
  <p:tag name="KSO_WM_UNIT_INDEX" val="1_2_1"/>
  <p:tag name="KSO_WM_UNIT_ID" val="diagram20231438_2*l_h_i*1_2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solid&quot;:{&quot;brightness&quot;:0,&quot;colorType&quot;:2,&quot;rgb&quot;:&quot;#ffffff&quot;,&quot;transparency&quot;:0.949999988079071},&quot;type&quot;:1},&quot;glow&quot;:{&quot;colorType&quot;:0},&quot;line&quot;:{&quot;type&quot;:0},&quot;shadow&quot;:{&quot;brightness&quot;:0,&quot;colorType&quot;:1,&quot;foreColorIndex&quot;:8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FILL_FORE_SCHEMECOLOR_INDEX" val="1"/>
  <p:tag name="KSO_WM_UNIT_TEXT_FILL_TYPE" val="1"/>
  <p:tag name="KSO_WM_UNIT_TEXT_TYPE" val="1"/>
  <p:tag name="KSO_WM_UNIT_TEXT_LAYER_COUNT" val="1"/>
  <p:tag name="KSO_WM_BEAUTIFY_FLAG" val="#wm#"/>
  <p:tag name="KSO_WM_UNIT_SHADOW_SCHEMECOLOR_INDEX" val="8"/>
  <p:tag name="KSO_WM_UNIT_USESOURCEFORMAT_APPLY" val="0"/>
</p:tagLst>
</file>

<file path=ppt/tags/tag253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330.47833251953125,&quot;left&quot;:53.899993896484375,&quot;top&quot;:126.96083374023438,&quot;width&quot;:852.2000122070312}"/>
  <p:tag name="KSO_WM_DIAGRAM_VERSION" val="3"/>
  <p:tag name="KSO_WM_DIAGRAM_COLOR_TEXT_CAN_REMOVE" val="n"/>
  <p:tag name="KSO_WM_UNIT_NOCLEAR" val="0"/>
  <p:tag name="KSO_WM_UNIT_HIGHLIGHT" val="0"/>
  <p:tag name="KSO_WM_UNIT_DIAGRAM_ISNUMVISUAL" val="0"/>
  <p:tag name="KSO_WM_UNIT_TYPE" val="l_h_i"/>
  <p:tag name="KSO_WM_UNIT_INDEX" val="1_3_1"/>
  <p:tag name="KSO_WM_UNIT_ID" val="diagram20231438_2*l_h_i*1_3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solid&quot;:{&quot;brightness&quot;:0,&quot;colorType&quot;:2,&quot;rgb&quot;:&quot;#ffffff&quot;,&quot;transparency&quot;:0.949999988079071},&quot;type&quot;:1},&quot;glow&quot;:{&quot;colorType&quot;:0},&quot;line&quot;:{&quot;type&quot;:0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FILL_FORE_SCHEMECOLOR_INDEX" val="1"/>
  <p:tag name="KSO_WM_UNIT_TEXT_FILL_TYPE" val="1"/>
  <p:tag name="KSO_WM_UNIT_TEXT_TYPE" val="1"/>
  <p:tag name="KSO_WM_UNIT_TEXT_LAYER_COUNT" val="1"/>
  <p:tag name="KSO_WM_BEAUTIFY_FLAG" val="#wm#"/>
  <p:tag name="KSO_WM_UNIT_SHADOW_SCHEMECOLOR_INDEX" val="5"/>
  <p:tag name="KSO_WM_UNIT_USESOURCEFORMAT_APPLY" val="0"/>
</p:tagLst>
</file>

<file path=ppt/tags/tag2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438_2*a*1"/>
  <p:tag name="KSO_WM_TEMPLATE_CATEGORY" val="diagram"/>
  <p:tag name="KSO_WM_TEMPLATE_INDEX" val="20231438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255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330.47833251953125,&quot;left&quot;:53.899993896484375,&quot;top&quot;:126.96083374023438,&quot;width&quot;:852.2000122070312}"/>
  <p:tag name="KSO_WM_DIAGRAM_VERSION" val="3"/>
  <p:tag name="KSO_WM_DIAGRAM_COLOR_TEXT_CAN_REMOVE" val="n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1_1"/>
  <p:tag name="KSO_WM_UNIT_ID" val="diagram20231438_2*l_h_f*1_1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gradient&quot;:[{&quot;brightness&quot;:0.800000011920929,&quot;colorType&quot;:1,&quot;foreColorIndex&quot;:5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5,&quot;transparency&quot;:0.4000000059604645},&quot;type&quot;:1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言简意赅的阐述观点。单击此处输入你的正文，文字是您思想的提炼，为了最终演示发布的良好效果，请言简意赅的阐述观点。"/>
  <p:tag name="KSO_WM_UNIT_FILL_TYPE" val="3"/>
  <p:tag name="KSO_WM_UNIT_LINE_FORE_SCHEMECOLOR_INDEX" val="5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89999997615814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1_1"/>
  <p:tag name="KSO_WM_UNIT_ID" val="diagram20231438_2*l_h_a*1_1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2"/>
  <p:tag name="KSO_WM_DIAGRAM_COLOR_TEXT_CAN_REMOVE" val="n"/>
  <p:tag name="KSO_WM_UNIT_TEXT_FILL_TYPE" val="1"/>
  <p:tag name="KSO_WM_UNIT_TEXT_TYPE" val="1"/>
  <p:tag name="KSO_WM_BEAUTIFY_FLAG" val="#wm#"/>
  <p:tag name="KSO_WM_UNIT_PRESET_TEXT" val="添加标题"/>
  <p:tag name="KSO_WM_UNIT_FILL_TYPE" val="3"/>
  <p:tag name="KSO_WM_UNIT_SHADOW_SCHEMECOLOR_INDEX" val="5"/>
  <p:tag name="KSO_WM_UNIT_USESOURCEFORMAT_APPLY" val="0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438_2*l_h_i*1_1_3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5"/>
  <p:tag name="KSO_WM_UNIT_FILL_FORE_SCHEMECOLOR_INDEX_BRIGHTNESS" val="-0.5"/>
  <p:tag name="KSO_WM_UNIT_TEXT_FILL_FORE_SCHEMECOLOR_INDEX" val="2"/>
  <p:tag name="KSO_WM_UNIT_TEXT_FILL_TYPE" val="1"/>
  <p:tag name="KSO_WM_UNIT_USESOURCEFORMAT_APPLY" val="0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438_2*l_h_i*1_1_2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5"/>
  <p:tag name="KSO_WM_UNIT_FILL_FORE_SCHEMECOLOR_INDEX_BRIGHTNESS" val="-0.5"/>
  <p:tag name="KSO_WM_UNIT_TEXT_FILL_FORE_SCHEMECOLOR_INDEX" val="2"/>
  <p:tag name="KSO_WM_UNIT_TEXT_FILL_TYPE" val="1"/>
  <p:tag name="KSO_WM_UNIT_USESOURCEFORMAT_APPLY" val="0"/>
</p:tagLst>
</file>

<file path=ppt/tags/tag259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330.47833251953125,&quot;left&quot;:53.899993896484375,&quot;top&quot;:126.96083374023438,&quot;width&quot;:852.2000122070312}"/>
  <p:tag name="KSO_WM_DIAGRAM_VERSION" val="3"/>
  <p:tag name="KSO_WM_DIAGRAM_COLOR_TEXT_CAN_REMOVE" val="n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2_1"/>
  <p:tag name="KSO_WM_UNIT_ID" val="diagram20231438_2*l_h_f*1_2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gradient&quot;:[{&quot;brightness&quot;:0.800000011920929,&quot;colorType&quot;:1,&quot;foreColorIndex&quot;:8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8,&quot;transparency&quot;:0.4000000059604645},&quot;type&quot;:1},&quot;shadow&quot;:{&quot;brightness&quot;:0,&quot;colorType&quot;:1,&quot;foreColorIndex&quot;:8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的阐述内容观点。单击此处输入你的项正文，文字是您思想的提炼，请尽量言简意赅的阐述内容观点。"/>
  <p:tag name="KSO_WM_UNIT_FILL_TYPE" val="3"/>
  <p:tag name="KSO_WM_UNIT_LINE_FORE_SCHEMECOLOR_INDEX" val="8"/>
  <p:tag name="KSO_WM_UNIT_TEXT_FILL_FORE_SCHEMECOLOR_INDEX" val="1"/>
  <p:tag name="KSO_WM_UNIT_TEXT_FILL_TYPE" val="1"/>
  <p:tag name="KSO_WM_UNIT_SHADOW_SCHEMECOLOR_INDEX" val="8"/>
  <p:tag name="KSO_WM_UNIT_USESOURCEFORMAT_APPLY" val="0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644999980926514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2_1"/>
  <p:tag name="KSO_WM_UNIT_ID" val="diagram20231438_2*l_h_a*1_2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2"/>
  <p:tag name="KSO_WM_DIAGRAM_COLOR_TEXT_CAN_REMOVE" val="n"/>
  <p:tag name="KSO_WM_UNIT_TEXT_FILL_TYPE" val="1"/>
  <p:tag name="KSO_WM_UNIT_TEXT_TYPE" val="1"/>
  <p:tag name="KSO_WM_BEAUTIFY_FLAG" val="#wm#"/>
  <p:tag name="KSO_WM_UNIT_PRESET_TEXT" val="添加标题"/>
  <p:tag name="KSO_WM_UNIT_FILL_TYPE" val="3"/>
  <p:tag name="KSO_WM_UNIT_SHADOW_SCHEMECOLOR_INDEX" val="8"/>
  <p:tag name="KSO_WM_UNIT_USESOURCEFORMAT_APPLY" val="0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438_2*l_h_i*1_2_3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solid&quot;:{&quot;brightness&quot;:-0.5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8"/>
  <p:tag name="KSO_WM_UNIT_FILL_FORE_SCHEMECOLOR_INDEX_BRIGHTNESS" val="-0.5"/>
  <p:tag name="KSO_WM_UNIT_TEXT_FILL_FORE_SCHEMECOLOR_INDEX" val="2"/>
  <p:tag name="KSO_WM_UNIT_TEXT_FILL_TYPE" val="1"/>
  <p:tag name="KSO_WM_UNIT_USESOURCEFORMAT_APPLY" val="0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438_2*l_h_i*1_2_2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solid&quot;:{&quot;brightness&quot;:-0.5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8"/>
  <p:tag name="KSO_WM_UNIT_FILL_FORE_SCHEMECOLOR_INDEX_BRIGHTNESS" val="-0.5"/>
  <p:tag name="KSO_WM_UNIT_TEXT_FILL_FORE_SCHEMECOLOR_INDEX" val="2"/>
  <p:tag name="KSO_WM_UNIT_TEXT_FILL_TYPE" val="1"/>
  <p:tag name="KSO_WM_UNIT_USESOURCEFORMAT_APPLY" val="0"/>
</p:tagLst>
</file>

<file path=ppt/tags/tag263.xml><?xml version="1.0" encoding="utf-8"?>
<p:tagLst xmlns:p="http://schemas.openxmlformats.org/presentationml/2006/main">
  <p:tag name="KSO_WM_UNIT_COMPATIBLE" val="0"/>
  <p:tag name="KSO_WM_UNIT_DIAGRAM_ISREFERUNIT" val="0"/>
  <p:tag name="KSO_WM_TEMPLATE_INDEX" val="20231438"/>
  <p:tag name="KSO_WM_TAG_VERSION" val="3.0"/>
  <p:tag name="KSO_WM_DIAGRAM_MAX_ITEMCNT" val="6"/>
  <p:tag name="KSO_WM_DIAGRAM_VIRTUALLY_FRAME" val="{&quot;height&quot;:330.47833251953125,&quot;left&quot;:53.899993896484375,&quot;top&quot;:126.96083374023438,&quot;width&quot;:852.2000122070312}"/>
  <p:tag name="KSO_WM_DIAGRAM_VERSION" val="3"/>
  <p:tag name="KSO_WM_DIAGRAM_COLOR_TEXT_CAN_REMOVE" val="n"/>
  <p:tag name="KSO_WM_UNIT_SUBTYPE" val="a"/>
  <p:tag name="KSO_WM_UNIT_NOCLEAR" val="0"/>
  <p:tag name="KSO_WM_UNIT_VALUE" val="60"/>
  <p:tag name="KSO_WM_UNIT_HIGHLIGHT" val="0"/>
  <p:tag name="KSO_WM_UNIT_DIAGRAM_ISNUMVISUAL" val="0"/>
  <p:tag name="KSO_WM_UNIT_TYPE" val="l_h_f"/>
  <p:tag name="KSO_WM_UNIT_INDEX" val="1_3_1"/>
  <p:tag name="KSO_WM_UNIT_ID" val="diagram20231438_2*l_h_f*1_3_1"/>
  <p:tag name="KSO_WM_TEMPLATE_CATEGORY" val="diagram"/>
  <p:tag name="KSO_WM_UNIT_LAYERLEVEL" val="1_1_1"/>
  <p:tag name="KSO_WM_DIAGRAM_GROUP_CODE" val="l1-1"/>
  <p:tag name="KSO_WM_DIAGRAM_MIN_ITEMCNT" val="2"/>
  <p:tag name="KSO_WM_DIAGRAM_COLOR_TRICK" val="2"/>
  <p:tag name="KSO_WM_DIAGRAM_COLOR_MATCH_VALUE" val="{&quot;shape&quot;:{&quot;fill&quot;:{&quot;gradient&quot;:[{&quot;brightness&quot;:0.800000011920929,&quot;colorType&quot;:1,&quot;foreColorIndex&quot;:5,&quot;pos&quot;:0,&quot;transparency&quot;:0.800000011920929},{&quot;brightness&quot;:0,&quot;colorType&quot;:1,&quot;foreColorIndex&quot;:14,&quot;pos&quot;:1,&quot;transparency&quot;:1}],&quot;type&quot;:3},&quot;glow&quot;:{&quot;colorType&quot;:0},&quot;line&quot;:{&quot;solidLine&quot;:{&quot;brightness&quot;:0.6000000238418579,&quot;colorType&quot;:1,&quot;foreColorIndex&quot;:5,&quot;transparency&quot;:0.4000000059604645},&quot;type&quot;:1},&quot;shadow&quot;:{&quot;brightness&quot;:0,&quot;colorType&quot;:1,&quot;foreColorIndex&quot;:5,&quot;transparency&quot;:0.9200000166893005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LINE_FILL_TYPE" val="2"/>
  <p:tag name="KSO_WM_UNIT_TEXT_TYPE" val="1"/>
  <p:tag name="KSO_WM_UNIT_TEXT_LAYER_COUNT" val="1"/>
  <p:tag name="KSO_WM_BEAUTIFY_FLAG" val="#wm#"/>
  <p:tag name="KSO_WM_UNIT_PRESET_TEXT" val="单击此处输入你的项正文，文字是您思想的提炼，请言简意赅的阐述观点。单击此处输入你的正文，文字是您思想的提炼，为了最终演示发布的良好效果，请言简意赅的阐述观点。"/>
  <p:tag name="KSO_WM_UNIT_FILL_TYPE" val="3"/>
  <p:tag name="KSO_WM_UNIT_LINE_FORE_SCHEMECOLOR_INDEX" val="5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89999997615814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0"/>
  <p:tag name="KSO_WM_UNIT_TYPE" val="l_h_a"/>
  <p:tag name="KSO_WM_UNIT_INDEX" val="1_3_1"/>
  <p:tag name="KSO_WM_UNIT_ID" val="diagram20231438_2*l_h_a*1_3_1"/>
  <p:tag name="KSO_WM_TEMPLATE_CATEGORY" val="diagram"/>
  <p:tag name="KSO_WM_TEMPLATE_INDEX" val="20231438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2"/>
  <p:tag name="KSO_WM_DIAGRAM_COLOR_TEXT_CAN_REMOVE" val="n"/>
  <p:tag name="KSO_WM_UNIT_TEXT_FILL_TYPE" val="1"/>
  <p:tag name="KSO_WM_UNIT_TEXT_TYPE" val="1"/>
  <p:tag name="KSO_WM_BEAUTIFY_FLAG" val="#wm#"/>
  <p:tag name="KSO_WM_UNIT_PRESET_TEXT" val="添加标题"/>
  <p:tag name="KSO_WM_UNIT_FILL_TYPE" val="3"/>
  <p:tag name="KSO_WM_UNIT_SHADOW_SCHEMECOLOR_INDEX" val="5"/>
  <p:tag name="KSO_WM_UNIT_USESOURCEFORMAT_APPLY" val="0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438_2*l_h_i*1_3_3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5"/>
  <p:tag name="KSO_WM_UNIT_FILL_FORE_SCHEMECOLOR_INDEX_BRIGHTNESS" val="-0.5"/>
  <p:tag name="KSO_WM_UNIT_TEXT_FILL_FORE_SCHEMECOLOR_INDEX" val="2"/>
  <p:tag name="KSO_WM_UNIT_TEXT_FILL_TYPE" val="1"/>
  <p:tag name="KSO_WM_UNIT_USESOURCEFORMAT_APPLY" val="0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438_2*l_h_i*1_3_2"/>
  <p:tag name="KSO_WM_TEMPLATE_CATEGORY" val="diagram"/>
  <p:tag name="KSO_WM_TEMPLATE_INDEX" val="2023143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0.47833251953125,&quot;left&quot;:53.899993896484375,&quot;top&quot;:126.96083374023438,&quot;width&quot;:852.2000122070312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BEAUTIFY_FLAG" val="#wm#"/>
  <p:tag name="KSO_WM_UNIT_FILL_TYPE" val="1"/>
  <p:tag name="KSO_WM_UNIT_FILL_FORE_SCHEMECOLOR_INDEX" val="5"/>
  <p:tag name="KSO_WM_UNIT_FILL_FORE_SCHEMECOLOR_INDEX_BRIGHTNESS" val="-0.5"/>
  <p:tag name="KSO_WM_UNIT_TEXT_FILL_FORE_SCHEMECOLOR_INDEX" val="2"/>
  <p:tag name="KSO_WM_UNIT_TEXT_FILL_TYPE" val="1"/>
  <p:tag name="KSO_WM_UNIT_USESOURCEFORMAT_APPLY" val="0"/>
</p:tagLst>
</file>

<file path=ppt/tags/tag267.xml><?xml version="1.0" encoding="utf-8"?>
<p:tagLst xmlns:p="http://schemas.openxmlformats.org/presentationml/2006/main">
  <p:tag name="KSO_WM_SLIDE_ID" val="diagram2023143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40495204"/>
  <p:tag name="KSO_WM_SLIDE_TYPE" val="text"/>
  <p:tag name="KSO_WM_SLIDE_SUBTYPE" val="diag"/>
  <p:tag name="KSO_WM_SLIDE_SIZE" val="852.2*329.988"/>
  <p:tag name="KSO_WM_SLIDE_POSITION" val="53.9*127.21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05_2*a*1"/>
  <p:tag name="KSO_WM_TEMPLATE_CATEGORY" val="diagram"/>
  <p:tag name="KSO_WM_TEMPLATE_INDEX" val="20233205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269.xml><?xml version="1.0" encoding="utf-8"?>
<p:tagLst xmlns:p="http://schemas.openxmlformats.org/presentationml/2006/main">
  <p:tag name="KSO_WM_DIAGRAM_VIRTUALLY_FRAME" val="{&quot;height&quot;:376.54998779296875,&quot;left&quot;:171.5500061035156,&quot;top&quot;:97.30000610351563,&quot;width&quot;:548.399987792968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270.xml><?xml version="1.0" encoding="utf-8"?>
<p:tagLst xmlns:p="http://schemas.openxmlformats.org/presentationml/2006/main">
  <p:tag name="KSO_WM_DIAGRAM_VIRTUALLY_FRAME" val="{&quot;height&quot;:376.54998779296875,&quot;left&quot;:171.5500061035156,&quot;top&quot;:97.30000610351563,&quot;width&quot;:548.399987792968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271.xml><?xml version="1.0" encoding="utf-8"?>
<p:tagLst xmlns:p="http://schemas.openxmlformats.org/presentationml/2006/main">
  <p:tag name="KSO_WM_DIAGRAM_VIRTUALLY_FRAME" val="{&quot;height&quot;:376.54998779296875,&quot;left&quot;:171.5500061035156,&quot;top&quot;:97.30000610351563,&quot;width&quot;:548.3999877929689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1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UNIT_VALUE" val="14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USESOURCEFORMAT_APPLY" val="0"/>
</p:tagLst>
</file>

<file path=ppt/tags/tag2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05_2*l_h_a*1_1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76.54998779296875,&quot;left&quot;:171.5500061035156,&quot;top&quot;:97.30000610351563,&quot;width&quot;:548.3999877929689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0"/>
</p:tagLst>
</file>

<file path=ppt/tags/tag273.xml><?xml version="1.0" encoding="utf-8"?>
<p:tagLst xmlns:p="http://schemas.openxmlformats.org/presentationml/2006/main">
  <p:tag name="KSO_WM_DIAGRAM_VIRTUALLY_FRAME" val="{&quot;height&quot;:376.54998779296875,&quot;left&quot;:171.5500061035156,&quot;top&quot;:97.30000610351563,&quot;width&quot;:548.3999877929689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2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36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USESOURCEFORMAT_APPLY" val="0"/>
</p:tagLst>
</file>

<file path=ppt/tags/tag2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05_2*l_h_a*1_2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76.54998779296875,&quot;left&quot;:171.5500061035156,&quot;top&quot;:97.30000610351563,&quot;width&quot;:548.3999877929689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0"/>
</p:tagLst>
</file>

<file path=ppt/tags/tag275.xml><?xml version="1.0" encoding="utf-8"?>
<p:tagLst xmlns:p="http://schemas.openxmlformats.org/presentationml/2006/main">
  <p:tag name="KSO_WM_DIAGRAM_VIRTUALLY_FRAME" val="{&quot;height&quot;:376.54998779296875,&quot;left&quot;:171.5500061035156,&quot;top&quot;:97.30000610351563,&quot;width&quot;:548.399987792968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276.xml><?xml version="1.0" encoding="utf-8"?>
<p:tagLst xmlns:p="http://schemas.openxmlformats.org/presentationml/2006/main">
  <p:tag name="KSO_WM_DIAGRAM_VIRTUALLY_FRAME" val="{&quot;height&quot;:376.54998779296875,&quot;left&quot;:171.5500061035156,&quot;top&quot;:97.30000610351563,&quot;width&quot;:548.399987792968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277.xml><?xml version="1.0" encoding="utf-8"?>
<p:tagLst xmlns:p="http://schemas.openxmlformats.org/presentationml/2006/main">
  <p:tag name="KSO_WM_DIAGRAM_VIRTUALLY_FRAME" val="{&quot;height&quot;:376.54998779296875,&quot;left&quot;:171.5500061035156,&quot;top&quot;:97.30000610351563,&quot;width&quot;:548.399987792968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78.xml><?xml version="1.0" encoding="utf-8"?>
<p:tagLst xmlns:p="http://schemas.openxmlformats.org/presentationml/2006/main">
  <p:tag name="KSO_WM_DIAGRAM_VIRTUALLY_FRAME" val="{&quot;height&quot;:376.54998779296875,&quot;left&quot;:171.5500061035156,&quot;top&quot;:97.30000610351563,&quot;width&quot;:548.399987792968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79.xml><?xml version="1.0" encoding="utf-8"?>
<p:tagLst xmlns:p="http://schemas.openxmlformats.org/presentationml/2006/main">
  <p:tag name="KSO_WM_DIAGRAM_VIRTUALLY_FRAME" val="{&quot;height&quot;:376.54998779296875,&quot;left&quot;:171.5500061035156,&quot;top&quot;:97.30000610351563,&quot;width&quot;:548.399987792968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80.xml><?xml version="1.0" encoding="utf-8"?>
<p:tagLst xmlns:p="http://schemas.openxmlformats.org/presentationml/2006/main">
  <p:tag name="KSO_WM_DIAGRAM_VIRTUALLY_FRAME" val="{&quot;height&quot;:376.54998779296875,&quot;left&quot;:171.5500061035156,&quot;top&quot;:97.30000610351563,&quot;width&quot;:548.3999877929689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81.xml><?xml version="1.0" encoding="utf-8"?>
<p:tagLst xmlns:p="http://schemas.openxmlformats.org/presentationml/2006/main">
  <p:tag name="KSO_WM_DIAGRAM_VIRTUALLY_FRAME" val="{&quot;height&quot;:376.54998779296875,&quot;left&quot;:171.5500061035156,&quot;top&quot;:97.30000610351563,&quot;width&quot;:548.3999877929689}"/>
  <p:tag name="KSO_WM_UNIT_HIGHLIGHT" val="0"/>
  <p:tag name="KSO_WM_UNIT_COMPATIBLE" val="0"/>
  <p:tag name="KSO_WM_UNIT_DIAGRAM_ISNUMVISUAL" val="0"/>
  <p:tag name="KSO_WM_UNIT_DIAGRAM_ISREFERUNIT" val="0"/>
  <p:tag name="KSO_WM_UNIT_ID" val="diagram20233205_2*l_h_x*1_1_1"/>
  <p:tag name="KSO_WM_TEMPLATE_CATEGORY" val="diagram"/>
  <p:tag name="KSO_WM_TEMPLATE_INDEX" val="20233205"/>
  <p:tag name="KSO_WM_UNIT_LAYERLEVEL" val="1_1_1"/>
  <p:tag name="KSO_WM_TAG_VERSION" val="3.0"/>
  <p:tag name="KSO_WM_UNIT_VALUE" val="59*71"/>
  <p:tag name="KSO_WM_DIAGRAM_GROUP_CODE" val="l1-1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0"/>
</p:tagLst>
</file>

<file path=ppt/tags/tag282.xml><?xml version="1.0" encoding="utf-8"?>
<p:tagLst xmlns:p="http://schemas.openxmlformats.org/presentationml/2006/main">
  <p:tag name="KSO_WM_DIAGRAM_VIRTUALLY_FRAME" val="{&quot;height&quot;:376.54998779296875,&quot;left&quot;:171.5500061035156,&quot;top&quot;:97.30000610351563,&quot;width&quot;:548.3999877929689}"/>
  <p:tag name="KSO_WM_UNIT_VALUE" val="90*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3205_2*l_h_x*1_2_1"/>
  <p:tag name="KSO_WM_TEMPLATE_CATEGORY" val="diagram"/>
  <p:tag name="KSO_WM_TEMPLATE_INDEX" val="2023320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0"/>
</p:tagLst>
</file>

<file path=ppt/tags/tag283.xml><?xml version="1.0" encoding="utf-8"?>
<p:tagLst xmlns:p="http://schemas.openxmlformats.org/presentationml/2006/main">
  <p:tag name="KSO_WM_SLIDE_ID" val="diagram20233205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40495204"/>
  <p:tag name="KSO_WM_SLIDE_TYPE" val="text"/>
  <p:tag name="KSO_WM_SLIDE_SUBTYPE" val="diag"/>
  <p:tag name="KSO_WM_SLIDE_SIZE" val="837.65*364.15"/>
  <p:tag name="KSO_WM_SLIDE_POSITION" val="61.2*121.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2462_2*a*1"/>
  <p:tag name="KSO_WM_TEMPLATE_CATEGORY" val="diagram"/>
  <p:tag name="KSO_WM_TEMPLATE_INDEX" val="20232462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285.xml><?xml version="1.0" encoding="utf-8"?>
<p:tagLst xmlns:p="http://schemas.openxmlformats.org/presentationml/2006/main">
  <p:tag name="KSO_WM_SLIDE_ID" val="diagram202324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40495204"/>
  <p:tag name="KSO_WM_SLIDE_TYPE" val="text"/>
  <p:tag name="KSO_WM_SLIDE_SUBTYPE" val="diag"/>
  <p:tag name="KSO_WM_SLIDE_SIZE" val="851.244*366.05"/>
  <p:tag name="KSO_WM_SLIDE_POSITION" val="54.45*122.6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455_2*a*1"/>
  <p:tag name="KSO_WM_TEMPLATE_CATEGORY" val="diagram"/>
  <p:tag name="KSO_WM_TEMPLATE_INDEX" val="20231455"/>
  <p:tag name="KSO_WM_UNIT_LAYERLEVEL" val="1"/>
  <p:tag name="KSO_WM_TAG_VERSION" val="3.0"/>
  <p:tag name="KSO_WM_BEAUTIFY_FLAG" val="#wm#"/>
  <p:tag name="KSO_WM_DIAGRAM_GROUP_CODE" val="n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2*n_h_i*1_1_1"/>
  <p:tag name="KSO_WM_TEMPLATE_CATEGORY" val="diagram"/>
  <p:tag name="KSO_WM_TEMPLATE_INDEX" val="2023145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7799999713897705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2"/>
  <p:tag name="KSO_WM_UNIT_TEXT_FILL_TYPE" val="1"/>
  <p:tag name="KSO_WM_UNIT_USESOURCEFORMAT_APPLY" val="0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2*n_h_i*1_1_2"/>
  <p:tag name="KSO_WM_TEMPLATE_CATEGORY" val="diagram"/>
  <p:tag name="KSO_WM_TEMPLATE_INDEX" val="2023145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1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2*n_h_i*1_1_3"/>
  <p:tag name="KSO_WM_TEMPLATE_CATEGORY" val="diagram"/>
  <p:tag name="KSO_WM_TEMPLATE_INDEX" val="2023145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20000000298023224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2"/>
  <p:tag name="KSO_WM_UNIT_TEXT_FILL_TYPE" val="1"/>
  <p:tag name="KSO_WM_UNIT_USESOURCEFORMAT_APPLY" val="0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2*n_h_x*1_1_1"/>
  <p:tag name="KSO_WM_TEMPLATE_CATEGORY" val="diagram"/>
  <p:tag name="KSO_WM_TEMPLATE_INDEX" val="2023145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11*213"/>
  <p:tag name="KSO_WM_DIAGRAM_GROUP_CODE" val="n1-1"/>
  <p:tag name="KSO_WM_UNIT_TYPE" val="n_h_x"/>
  <p:tag name="KSO_WM_UNIT_INDEX" val="1_1_1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FORE_SCHEMECOLOR_INDEX" val="5"/>
  <p:tag name="KSO_WM_UNIT_FILL_TYPE" val="1"/>
  <p:tag name="KSO_WM_UNIT_SHADOW_SCHEMECOLOR_INDEX" val="5"/>
  <p:tag name="KSO_WM_UNIT_USESOURCEFORMAT_APPLY" val="0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2*n_h_h_i*1_2_1_2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2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2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UNIT_ID" val="diagram20231455_2*n_h_a*1_1_1"/>
  <p:tag name="KSO_WM_TEMPLATE_CATEGORY" val="diagram"/>
  <p:tag name="KSO_WM_TEMPLATE_INDEX" val="2023145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此处添加标题"/>
  <p:tag name="KSO_WM_UNIT_TEXT_FILL_FORE_SCHEMECOLOR_INDEX" val="1"/>
  <p:tag name="KSO_WM_UNIT_TEXT_FILL_TYPE" val="1"/>
  <p:tag name="KSO_WM_UNIT_USESOURCEFORMAT_APPLY" val="0"/>
</p:tagLst>
</file>

<file path=ppt/tags/tag29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1455_2*n_h_h_f*1_2_1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2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1455_2*n_h_h_a*1_2_1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29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1455_2*n_h_h_f*1_2_2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2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1455_2*n_h_h_a*1_2_2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29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1455_2*n_h_h_f*1_2_3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2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1455_2*n_h_h_a*1_2_3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2*n_h_h_i*1_2_1_1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2*n_h_h_i*1_2_3_2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2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2*n_h_h_i*1_2_3_1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2*n_h_h_i*1_2_2_2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2_2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2*n_h_h_i*1_2_2_1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340.4691467285156,&quot;left&quot;:54.875006103515624,&quot;top&quot;:139.47499356487606,&quot;width&quot;:850.2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304.xml><?xml version="1.0" encoding="utf-8"?>
<p:tagLst xmlns:p="http://schemas.openxmlformats.org/presentationml/2006/main">
  <p:tag name="KSO_WM_SLIDE_ID" val="diagram20231455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40495204"/>
  <p:tag name="KSO_WM_SLIDE_TYPE" val="text"/>
  <p:tag name="KSO_WM_SLIDE_SUBTYPE" val="diag"/>
  <p:tag name="KSO_WM_SLIDE_SIZE" val="756.45*302.269"/>
  <p:tag name="KSO_WM_SLIDE_POSITION" val="101.8*176.3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4806_1*a*1"/>
  <p:tag name="KSO_WM_TEMPLATE_CATEGORY" val="custom"/>
  <p:tag name="KSO_WM_TEMPLATE_INDEX" val="20234806"/>
  <p:tag name="KSO_WM_UNIT_LAYERLEVEL" val="1"/>
  <p:tag name="KSO_WM_TAG_VERSION" val="3.0"/>
  <p:tag name="KSO_WM_BEAUTIFY_FLAG" val="#wm#"/>
  <p:tag name="KSO_WM_DIAGRAM_GROUP_CODE" val="l1-1"/>
  <p:tag name="KSO_WM_UNIT_ISCONTENTSTITLE" val="0"/>
  <p:tag name="KSO_WM_UNIT_ISNUMDGMTITLE" val="0"/>
  <p:tag name="KSO_WM_UNIT_NOCLEAR" val="0"/>
  <p:tag name="KSO_WM_UNIT_TYPE" val="a"/>
  <p:tag name="KSO_WM_UNIT_INDEX" val="1"/>
  <p:tag name="KSO_WM_UNIT_VALUE" val="29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306.xml><?xml version="1.0" encoding="utf-8"?>
<p:tagLst xmlns:p="http://schemas.openxmlformats.org/presentationml/2006/main">
  <p:tag name="KSO_WM_UNIT_VALUE" val="1234*116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4806_1*d*1"/>
  <p:tag name="KSO_WM_TEMPLATE_CATEGORY" val="custom"/>
  <p:tag name="KSO_WM_TEMPLATE_INDEX" val="20234806"/>
  <p:tag name="KSO_WM_UNIT_LAYERLEVEL" val="1"/>
  <p:tag name="KSO_WM_TAG_VERSION" val="3.0"/>
  <p:tag name="KSO_WM_BEAUTIFY_FLAG" val="#wm#"/>
  <p:tag name="KSO_WM_UNIT_PICTURE_SUBTYPE" val="b"/>
  <p:tag name="KSO_WM_UNIT_LINE_FORE_SCHEMECOLOR_INDEX" val="5"/>
  <p:tag name="KSO_WM_UNIT_USESOURCEFORMAT_APPLY" val="0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4806_1*i*1"/>
  <p:tag name="KSO_WM_TEMPLATE_CATEGORY" val="custom"/>
  <p:tag name="KSO_WM_TEMPLATE_INDEX" val="20234806"/>
  <p:tag name="KSO_WM_UNIT_LAYERLEVEL" val="1"/>
  <p:tag name="KSO_WM_TAG_VERSION" val="3.0"/>
  <p:tag name="KSO_WM_BEAUTIFY_FLAG" val="#wm#"/>
  <p:tag name="KSO_WM_UNIT_FILL_FORE_SCHEMECOLOR_INDEX" val="5"/>
  <p:tag name="KSO_WM_UNIT_TEXT_FILL_FORE_SCHEMECOLOR_INDEX" val="13"/>
  <p:tag name="KSO_WM_UNIT_TEXT_FILL_TYPE" val="1"/>
  <p:tag name="KSO_WM_UNIT_USESOURCEFORMAT_APPLY" val="0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4806_1*i*2"/>
  <p:tag name="KSO_WM_TEMPLATE_CATEGORY" val="custom"/>
  <p:tag name="KSO_WM_TEMPLATE_INDEX" val="20234806"/>
  <p:tag name="KSO_WM_UNIT_LAYERLEVEL" val="1"/>
  <p:tag name="KSO_WM_TAG_VERSION" val="3.0"/>
  <p:tag name="KSO_WM_BEAUTIFY_FLAG" val="#wm#"/>
  <p:tag name="KSO_WM_UNIT_FILL_FORE_SCHEMECOLOR_INDEX" val="5"/>
  <p:tag name="KSO_WM_UNIT_TEXT_FILL_FORE_SCHEMECOLOR_INDEX" val="13"/>
  <p:tag name="KSO_WM_UNIT_TEXT_FILL_TYPE" val="1"/>
  <p:tag name="KSO_WM_UNIT_USESOURCEFORMAT_APPLY" val="0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1_1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gradient&quot;:[{&quot;brightness&quot;:0,&quot;colorType&quot;:1,&quot;foreColorIndex&quot;:5,&quot;pos&quot;:0.8700000047683716,&quot;transparency&quot;:1},{&quot;brightness&quot;:0,&quot;colorType&quot;:1,&quot;foreColorIndex&quot;:5,&quot;pos&quot;:1,&quot;transparency&quot;:0.430000007152557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0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1_4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solid&quot;:{&quot;brightness&quot;:0,&quot;colorType&quot;:1,&quot;foreColorIndex&quot;:5,&quot;transparency&quot;:0.64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1_2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solid&quot;:{&quot;brightness&quot;:0,&quot;colorType&quot;:1,&quot;foreColorIndex&quot;:5,&quot;transparency&quot;:0.4099999964237213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f*1_1_1"/>
  <p:tag name="KSO_WM_TEMPLATE_CATEGORY" val="diagram"/>
  <p:tag name="KSO_WM_TEMPLATE_INDEX" val="202348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UNIT_VALUE" val="5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请尽量言简意赅的阐述观点。单击此处输入您的项正文，请尽量言简意赅的阐述观点。"/>
  <p:tag name="KSO_WM_UNIT_TEXT_FILL_FORE_SCHEMECOLOR_INDEX" val="1"/>
  <p:tag name="KSO_WM_UNIT_TEXT_FILL_TYPE" val="1"/>
  <p:tag name="KSO_WM_UNIT_USESOURCEFORMAT_APPLY" val="0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a*1_1_1"/>
  <p:tag name="KSO_WM_TEMPLATE_CATEGORY" val="diagram"/>
  <p:tag name="KSO_WM_TEMPLATE_INDEX" val="20234805"/>
  <p:tag name="KSO_WM_UNIT_LAYERLEVEL" val="1_1_1"/>
  <p:tag name="KSO_WM_TAG_VERSION" val="3.0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VALUE" val="18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1_3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2"/>
  <p:tag name="KSO_WM_UNIT_TEXT_FILL_TYPE" val="1"/>
  <p:tag name="KSO_WM_UNIT_USESOURCEFORMAT_APPLY" val="0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4_1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gradient&quot;:[{&quot;brightness&quot;:0,&quot;colorType&quot;:1,&quot;foreColorIndex&quot;:5,&quot;pos&quot;:0.8700000047683716,&quot;transparency&quot;:1},{&quot;brightness&quot;:0,&quot;colorType&quot;:1,&quot;foreColorIndex&quot;:5,&quot;pos&quot;:1,&quot;transparency&quot;:0.430000007152557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0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4_4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TYPE" val="l_h_i"/>
  <p:tag name="KSO_WM_UNIT_INDEX" val="1_4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solid&quot;:{&quot;brightness&quot;:0,&quot;colorType&quot;:1,&quot;foreColorIndex&quot;:5,&quot;transparency&quot;:0.64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4_2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solid&quot;:{&quot;brightness&quot;:0,&quot;colorType&quot;:1,&quot;foreColorIndex&quot;:5,&quot;transparency&quot;:0.4099999964237213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f*1_4_1"/>
  <p:tag name="KSO_WM_TEMPLATE_CATEGORY" val="diagram"/>
  <p:tag name="KSO_WM_TEMPLATE_INDEX" val="202348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4_1"/>
  <p:tag name="KSO_WM_UNIT_VALUE" val="5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请尽量言简意赅的阐述观点。单击此处输入您的项正文，请尽量言简意赅的阐述观点。"/>
  <p:tag name="KSO_WM_UNIT_TEXT_FILL_FORE_SCHEMECOLOR_INDEX" val="1"/>
  <p:tag name="KSO_WM_UNIT_TEXT_FILL_TYPE" val="1"/>
  <p:tag name="KSO_WM_UNIT_USESOURCEFORMAT_APPLY" val="0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a*1_4_1"/>
  <p:tag name="KSO_WM_TEMPLATE_CATEGORY" val="diagram"/>
  <p:tag name="KSO_WM_TEMPLATE_INDEX" val="20234805"/>
  <p:tag name="KSO_WM_UNIT_LAYERLEVEL" val="1_1_1"/>
  <p:tag name="KSO_WM_TAG_VERSION" val="3.0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4_1"/>
  <p:tag name="KSO_WM_UNIT_VALUE" val="18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4_3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TYPE" val="l_h_i"/>
  <p:tag name="KSO_WM_UNIT_INDEX" val="1_4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2"/>
  <p:tag name="KSO_WM_UNIT_TEXT_FILL_TYPE" val="1"/>
  <p:tag name="KSO_WM_UNIT_USESOURCEFORMAT_APPLY" val="0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2_1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gradient&quot;:[{&quot;brightness&quot;:0,&quot;colorType&quot;:1,&quot;foreColorIndex&quot;:5,&quot;pos&quot;:0.8700000047683716,&quot;transparency&quot;:1},{&quot;brightness&quot;:0,&quot;colorType&quot;:1,&quot;foreColorIndex&quot;:5,&quot;pos&quot;:1,&quot;transparency&quot;:0.430000007152557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0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2_4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TYPE" val="l_h_i"/>
  <p:tag name="KSO_WM_UNIT_INDEX" val="1_2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solid&quot;:{&quot;brightness&quot;:0,&quot;colorType&quot;:1,&quot;foreColorIndex&quot;:5,&quot;transparency&quot;:0.64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2_2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solid&quot;:{&quot;brightness&quot;:0,&quot;colorType&quot;:1,&quot;foreColorIndex&quot;:5,&quot;transparency&quot;:0.4099999964237213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f*1_2_1"/>
  <p:tag name="KSO_WM_TEMPLATE_CATEGORY" val="diagram"/>
  <p:tag name="KSO_WM_TEMPLATE_INDEX" val="202348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UNIT_VALUE" val="5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请尽量言简意赅的阐述观点。单击此处输入您的项正文，请尽量言简意赅的阐述观点。"/>
  <p:tag name="KSO_WM_UNIT_TEXT_FILL_FORE_SCHEMECOLOR_INDEX" val="1"/>
  <p:tag name="KSO_WM_UNIT_TEXT_FILL_TYPE" val="1"/>
  <p:tag name="KSO_WM_UNIT_USESOURCEFORMAT_APPLY" val="0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a*1_2_1"/>
  <p:tag name="KSO_WM_TEMPLATE_CATEGORY" val="diagram"/>
  <p:tag name="KSO_WM_TEMPLATE_INDEX" val="20234805"/>
  <p:tag name="KSO_WM_UNIT_LAYERLEVEL" val="1_1_1"/>
  <p:tag name="KSO_WM_TAG_VERSION" val="3.0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UNIT_VALUE" val="18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2_3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2"/>
  <p:tag name="KSO_WM_UNIT_TEXT_FILL_TYPE" val="1"/>
  <p:tag name="KSO_WM_UNIT_USESOURCEFORMAT_APPLY" val="0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3_1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gradient&quot;:[{&quot;brightness&quot;:0,&quot;colorType&quot;:1,&quot;foreColorIndex&quot;:5,&quot;pos&quot;:0.8700000047683716,&quot;transparency&quot;:1},{&quot;brightness&quot;:0,&quot;colorType&quot;:1,&quot;foreColorIndex&quot;:5,&quot;pos&quot;:1,&quot;transparency&quot;:0.430000007152557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0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3_4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TYPE" val="l_h_i"/>
  <p:tag name="KSO_WM_UNIT_INDEX" val="1_3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solid&quot;:{&quot;brightness&quot;:0,&quot;colorType&quot;:1,&quot;foreColorIndex&quot;:5,&quot;transparency&quot;:0.64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3_2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solid&quot;:{&quot;brightness&quot;:0,&quot;colorType&quot;:1,&quot;foreColorIndex&quot;:5,&quot;transparency&quot;:0.4099999964237213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f*1_3_1"/>
  <p:tag name="KSO_WM_TEMPLATE_CATEGORY" val="diagram"/>
  <p:tag name="KSO_WM_TEMPLATE_INDEX" val="202348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UNIT_VALUE" val="5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请尽量言简意赅的阐述观点。单击此处输入您的项正文，请尽量言简意赅的阐述观点。"/>
  <p:tag name="KSO_WM_UNIT_TEXT_FILL_FORE_SCHEMECOLOR_INDEX" val="1"/>
  <p:tag name="KSO_WM_UNIT_TEXT_FILL_TYPE" val="1"/>
  <p:tag name="KSO_WM_UNIT_USESOURCEFORMAT_APPLY" val="0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a*1_3_1"/>
  <p:tag name="KSO_WM_TEMPLATE_CATEGORY" val="diagram"/>
  <p:tag name="KSO_WM_TEMPLATE_INDEX" val="20234805"/>
  <p:tag name="KSO_WM_UNIT_LAYERLEVEL" val="1_1_1"/>
  <p:tag name="KSO_WM_TAG_VERSION" val="3.0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UNIT_VALUE" val="18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5_3*l_h_i*1_3_3"/>
  <p:tag name="KSO_WM_TEMPLATE_CATEGORY" val="diagram"/>
  <p:tag name="KSO_WM_TEMPLATE_INDEX" val="20234805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7.5,&quot;left&quot;:74.35,&quot;top&quot;:125.6,&quot;width&quot;:414.5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349999994039535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2"/>
  <p:tag name="KSO_WM_UNIT_TEXT_FILL_TYPE" val="1"/>
  <p:tag name="KSO_WM_UNIT_USESOURCEFORMAT_APPLY" val="0"/>
</p:tagLst>
</file>

<file path=ppt/tags/tag333.xml><?xml version="1.0" encoding="utf-8"?>
<p:tagLst xmlns:p="http://schemas.openxmlformats.org/presentationml/2006/main">
  <p:tag name="KSO_WM_SLIDE_ID" val="custom20234806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4"/>
  <p:tag name="KSO_WM_SLIDE_INDEX" val="1"/>
  <p:tag name="KSO_WM_SLIDE_SIZE" val="414.55*367.5"/>
  <p:tag name="KSO_WM_SLIDE_POSITION" val="74.35*125.6"/>
  <p:tag name="KSO_WM_TAG_VERSION" val="3.0"/>
  <p:tag name="KSO_WM_BEAUTIFY_FLAG" val="#wm#"/>
  <p:tag name="KSO_WM_TEMPLATE_CATEGORY" val="custom"/>
  <p:tag name="KSO_WM_TEMPLATE_INDEX" val="40495204"/>
  <p:tag name="KSO_WM_DIAGRAM_GROUP_CODE" val="l1-1"/>
  <p:tag name="KSO_WM_SLIDE_DIAGTYPE" val="l"/>
  <p:tag name="KSO_WM_SLIDE_LAYOUT" val="a_d_l"/>
  <p:tag name="KSO_WM_SLIDE_LAYOUT_CNT" val="1_1_1"/>
</p:tagLst>
</file>

<file path=ppt/tags/tag3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868_1*a*1"/>
  <p:tag name="KSO_WM_TEMPLATE_CATEGORY" val="custom"/>
  <p:tag name="KSO_WM_TEMPLATE_INDEX" val="20234868"/>
  <p:tag name="KSO_WM_UNIT_LAYERLEVEL" val="1"/>
  <p:tag name="KSO_WM_TAG_VERSION" val="3.0"/>
  <p:tag name="KSO_WM_BEAUTIFY_FLAG" val="#wm#"/>
  <p:tag name="KSO_WM_UNIT_TEXT_TYPE" val="1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868_1*i*1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UNIT_PICTURE_SUBTYPE" val="b"/>
  <p:tag name="KSO_WM_UNIT_VALUE" val="1142*1385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4868_1*d*1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868_1*i*2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4868_1*i*3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4868_1*i*4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4868_1*i*5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4868_1*i*6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34868_1*i*7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custom20234868_1*i*8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custom20234868_1*i*9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custom20234868_1*i*10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custom20234868_1*i*11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custom20234868_1*i*12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custom20234868_1*i*13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custom20234868_1*i*14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custom20234868_1*i*15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custom20234868_1*i*16"/>
  <p:tag name="KSO_WM_TEMPLATE_CATEGORY" val="custom"/>
  <p:tag name="KSO_WM_TEMPLATE_INDEX" val="20234868"/>
  <p:tag name="KSO_WM_UNIT_LAYERLEVEL" val="1"/>
  <p:tag name="KSO_WM_TAG_VERSION" val="3.0"/>
  <p:tag name="KSO_WM_BEAUTIFY_FLAG" val="#wm#"/>
</p:tagLst>
</file>

<file path=ppt/tags/tag352.xml><?xml version="1.0" encoding="utf-8"?>
<p:tagLst xmlns:p="http://schemas.openxmlformats.org/presentationml/2006/main">
  <p:tag name="KSO_WM_UNIT_SUBTYPE" val="a"/>
  <p:tag name="KSO_WM_UNIT_TEXT_LAYER_COUNT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&#13;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根据需要可酌情增减文字，以便观者准确地理解您传达的思想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868_1*f*1"/>
  <p:tag name="KSO_WM_TEMPLATE_CATEGORY" val="custom"/>
  <p:tag name="KSO_WM_TEMPLATE_INDEX" val="20234868"/>
  <p:tag name="KSO_WM_UNIT_LAYERLEVEL" val="1"/>
  <p:tag name="KSO_WM_TAG_VERSION" val="3.0"/>
  <p:tag name="KSO_WM_BEAUTIFY_FLAG" val="#wm#"/>
  <p:tag name="KSO_WM_UNIT_TEXT_TYPE" val="1"/>
</p:tagLst>
</file>

<file path=ppt/tags/tag353.xml><?xml version="1.0" encoding="utf-8"?>
<p:tagLst xmlns:p="http://schemas.openxmlformats.org/presentationml/2006/main">
  <p:tag name="KSO_WM_SLIDE_ID" val="custom20234868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55*462"/>
  <p:tag name="KSO_WM_SLIDE_POSITION" val="51*28"/>
  <p:tag name="KSO_WM_TAG_VERSION" val="3.0"/>
  <p:tag name="KSO_WM_BEAUTIFY_FLAG" val="#wm#"/>
  <p:tag name="KSO_WM_TEMPLATE_CATEGORY" val="custom"/>
  <p:tag name="KSO_WM_TEMPLATE_INDEX" val="40495204"/>
  <p:tag name="KSO_WM_SLIDE_LAYOUT" val="a_d_f"/>
  <p:tag name="KSO_WM_SLIDE_LAYOUT_CNT" val="1_1_1"/>
</p:tagLst>
</file>

<file path=ppt/tags/tag35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5204_7*a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ISCONTENTSTITLE" val="0"/>
  <p:tag name="KSO_WM_UNIT_VALUE" val="16"/>
  <p:tag name="KSO_WM_UNIT_TEXT_TYPE" val="1"/>
  <p:tag name="KSO_WM_UNIT_NOCLEAR" val="0"/>
  <p:tag name="KSO_WM_UNIT_PRESET_TEXT" val="添加章节标题"/>
</p:tagLst>
</file>

<file path=ppt/tags/tag35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40495204_7*e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VALUE" val="7"/>
  <p:tag name="KSO_WM_UNIT_TEXT_TYPE" val="0"/>
  <p:tag name="KSO_WM_UNIT_NOCLEAR" val="1"/>
  <p:tag name="KSO_WM_UNIT_PRESET_TEXT" val="PART ONE"/>
</p:tagLst>
</file>

<file path=ppt/tags/tag356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40495204"/>
  <p:tag name="KSO_WM_TEMPLATE_CATEGORY" val="custom"/>
  <p:tag name="KSO_WM_SLIDE_INDEX" val="7"/>
  <p:tag name="KSO_WM_SLIDE_ID" val="custom40495204_7"/>
  <p:tag name="KSO_WM_TEMPLATE_MASTER_TYPE" val="0"/>
  <p:tag name="KSO_WM_SLIDE_LAYOUT" val="a_e"/>
  <p:tag name="KSO_WM_SLIDE_LAYOUT_CNT" val="1_1"/>
</p:tagLst>
</file>

<file path=ppt/tags/tag35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5204_9*a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ISCONTENTSTITLE" val="0"/>
  <p:tag name="KSO_WM_UNIT_TEXT_TYPE" val="0"/>
  <p:tag name="KSO_WM_UNIT_NOCLEAR" val="0"/>
  <p:tag name="KSO_WM_UNIT_PRESET_TEXT" val="感谢您的观看"/>
</p:tagLst>
</file>

<file path=ppt/tags/tag35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40495204_9*b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ISCONTENTSTITLE" val="0"/>
  <p:tag name="KSO_WM_UNIT_VALUE" val="38"/>
  <p:tag name="KSO_WM_UNIT_TEXT_TYPE" val="1"/>
  <p:tag name="KSO_WM_UNIT_NOCLEAR" val="0"/>
  <p:tag name="KSO_WM_UNIT_PRESET_TEXT" val="WPS,a click to unlimited possibilities"/>
</p:tagLst>
</file>

<file path=ppt/tags/tag35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custom40495204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</p:tagLst>
</file>

<file path=ppt/tags/tag360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40495204"/>
  <p:tag name="KSO_WM_TEMPLATE_CATEGORY" val="custom"/>
  <p:tag name="KSO_WM_SLIDE_INDEX" val="9"/>
  <p:tag name="KSO_WM_SLIDE_ID" val="custom40495204_9"/>
  <p:tag name="KSO_WM_TEMPLATE_MASTER_TYPE" val="0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自定义 1198">
      <a:dk1>
        <a:srgbClr val="000000"/>
      </a:dk1>
      <a:lt1>
        <a:srgbClr val="FFFFFF"/>
      </a:lt1>
      <a:dk2>
        <a:srgbClr val="06132C"/>
      </a:dk2>
      <a:lt2>
        <a:srgbClr val="F5F7FF"/>
      </a:lt2>
      <a:accent1>
        <a:srgbClr val="696CFF"/>
      </a:accent1>
      <a:accent2>
        <a:srgbClr val="6580F4"/>
      </a:accent2>
      <a:accent3>
        <a:srgbClr val="4C99EA"/>
      </a:accent3>
      <a:accent4>
        <a:srgbClr val="32B2E0"/>
      </a:accent4>
      <a:accent5>
        <a:srgbClr val="19CBD6"/>
      </a:accent5>
      <a:accent6>
        <a:srgbClr val="00E4CC"/>
      </a:accent6>
      <a:hlink>
        <a:srgbClr val="304FFE"/>
      </a:hlink>
      <a:folHlink>
        <a:srgbClr val="492067"/>
      </a:folHlink>
    </a:clrScheme>
    <a:fontScheme name="科技风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06132C"/>
      </a:dk2>
      <a:lt2>
        <a:srgbClr val="F5F7FF"/>
      </a:lt2>
      <a:accent1>
        <a:srgbClr val="696CFF"/>
      </a:accent1>
      <a:accent2>
        <a:srgbClr val="6580F4"/>
      </a:accent2>
      <a:accent3>
        <a:srgbClr val="4C99EA"/>
      </a:accent3>
      <a:accent4>
        <a:srgbClr val="32B2E0"/>
      </a:accent4>
      <a:accent5>
        <a:srgbClr val="19CBD6"/>
      </a:accent5>
      <a:accent6>
        <a:srgbClr val="00E4CC"/>
      </a:accent6>
      <a:hlink>
        <a:srgbClr val="304FFE"/>
      </a:hlink>
      <a:folHlink>
        <a:srgbClr val="492067"/>
      </a:folHlink>
    </a:clrScheme>
    <a:fontScheme name="科技风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1974</Words>
  <Application>WPS 演示</Application>
  <PresentationFormat>宽屏</PresentationFormat>
  <Paragraphs>222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MiSans Normal</vt:lpstr>
      <vt:lpstr>微软雅黑</vt:lpstr>
      <vt:lpstr>Arial Unicode MS</vt:lpstr>
      <vt:lpstr>Calibri</vt:lpstr>
      <vt:lpstr>黑体</vt:lpstr>
      <vt:lpstr>Office 主题​​</vt:lpstr>
      <vt:lpstr>1_Office 主题​​</vt:lpstr>
      <vt:lpstr>FeiSharp编程语言</vt:lpstr>
      <vt:lpstr>目录</vt:lpstr>
      <vt:lpstr>语言介绍</vt:lpstr>
      <vt:lpstr>FeiSharp语言介绍</vt:lpstr>
      <vt:lpstr>FeiSharp语言结构分析</vt:lpstr>
      <vt:lpstr>ITC系统介绍</vt:lpstr>
      <vt:lpstr>语法详解</vt:lpstr>
      <vt:lpstr>var/let/set三兄弟</vt:lpstr>
      <vt:lpstr>print/printnl</vt:lpstr>
      <vt:lpstr>import语句</vt:lpstr>
      <vt:lpstr>FeiSharp.IO(名称空间)</vt:lpstr>
      <vt:lpstr>单击此处添加标题</vt:lpstr>
      <vt:lpstr>单击此处添加标题</vt:lpstr>
      <vt:lpstr>添加章节标题</vt:lpstr>
      <vt:lpstr>感谢您的观看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杨语</cp:lastModifiedBy>
  <cp:revision>161</cp:revision>
  <dcterms:created xsi:type="dcterms:W3CDTF">2019-06-19T02:08:00Z</dcterms:created>
  <dcterms:modified xsi:type="dcterms:W3CDTF">2025-12-20T13:09:49Z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1F9848428EE3489F9F82507D78734EA4_11</vt:lpwstr>
  </property>
</Properties>
</file>